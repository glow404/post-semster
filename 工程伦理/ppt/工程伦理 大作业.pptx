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ingsoft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83977" y="2149475"/>
            <a:ext cx="9424047" cy="188118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83976" y="4054651"/>
            <a:ext cx="9424048" cy="10033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BEBE3F-48BB-4857-9D04-AD7868E3C00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365303-459D-4B70-B8A1-1F46942AC3A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7243"/>
            <a:ext cx="10515599" cy="467360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439BF-276F-4735-BC4B-C3F23E129F1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10933D-4A09-42C7-8CD9-E2ADC93C184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7"/>
          <p:cNvSpPr/>
          <p:nvPr>
            <p:custDataLst>
              <p:tags r:id="rId3"/>
            </p:custDataLst>
          </p:nvPr>
        </p:nvSpPr>
        <p:spPr bwMode="auto">
          <a:xfrm>
            <a:off x="10024533" y="0"/>
            <a:ext cx="618067" cy="3775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矩形 9"/>
          <p:cNvSpPr/>
          <p:nvPr>
            <p:custDataLst>
              <p:tags r:id="rId4"/>
            </p:custDataLst>
          </p:nvPr>
        </p:nvSpPr>
        <p:spPr bwMode="auto">
          <a:xfrm>
            <a:off x="10024533" y="5211763"/>
            <a:ext cx="618067" cy="16462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721629"/>
            <a:ext cx="8473481" cy="1572859"/>
          </a:xfrm>
          <a:solidFill>
            <a:schemeClr val="accent1"/>
          </a:solidFill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3EE3AA-CD5E-42E1-8288-7CF0CF239ADA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fld id="{7CBD2064-4A2E-4887-9FED-AD0C62D7A83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2612" y="1273445"/>
            <a:ext cx="10531188" cy="2323253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3894667"/>
            <a:ext cx="10531188" cy="2323253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FFECE-33C9-45F2-96E9-6795771937DF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3795D0-DAC1-46EC-A49C-EFF2120E704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28215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106067"/>
            <a:ext cx="5157787" cy="4028726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28215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106067"/>
            <a:ext cx="5183188" cy="402872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B4A353-5E3A-49FB-AC02-BA91B72C1EAC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34069-8D0A-4D41-A372-2E63F26EB6A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6"/>
          <p:cNvSpPr/>
          <p:nvPr/>
        </p:nvSpPr>
        <p:spPr>
          <a:xfrm>
            <a:off x="-23284" y="3238500"/>
            <a:ext cx="12238568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25000" lnSpcReduction="20000"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600" b="1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1808" y="2400300"/>
            <a:ext cx="6788385" cy="2057400"/>
          </a:xfrm>
          <a:solidFill>
            <a:schemeClr val="accent1"/>
          </a:solidFill>
        </p:spPr>
        <p:txBody>
          <a:bodyPr>
            <a:normAutofit/>
          </a:bodyPr>
          <a:lstStyle>
            <a:lvl1pPr algn="ctr">
              <a:defRPr sz="66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lvl1pPr>
              <a:defRPr/>
            </a:lvl1pPr>
          </a:lstStyle>
          <a:p>
            <a:pPr>
              <a:defRPr/>
            </a:pPr>
            <a:fld id="{772A6283-2D0C-4684-89C1-9E983CB1EC1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/>
            </a:lvl1pPr>
          </a:lstStyle>
          <a:p>
            <a:pPr>
              <a:defRPr/>
            </a:pPr>
            <a:fld id="{6824DA39-8FD9-4735-87D9-8049ADCB18A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DC0C8-DD0E-4A60-BE85-F56449DE8E21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100EF-64CB-49FD-BF93-1AA6EB6DF50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936980"/>
            <a:ext cx="4262400" cy="16002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52521" y="959205"/>
            <a:ext cx="5971200" cy="54036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537180"/>
            <a:ext cx="42624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84013B-34F6-495C-B57D-F7390DEA402D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DF6E42-A784-4EEE-AEB8-57DA8609AA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49325" y="365125"/>
            <a:ext cx="1704475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570495" cy="5811838"/>
          </a:xfrm>
        </p:spPr>
        <p:txBody>
          <a:bodyPr vert="eaVert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72365-0AAD-488F-838F-ADCC244830E7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4739EC-1CA8-4C0A-AAED-6C6FC4215E1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29068"/>
            <a:ext cx="10515600" cy="557509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D529A6-F2EE-4D94-BE1B-F8851B47EF5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81038B-F09E-4126-89D5-00AA34ACC54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4.xml"/><Relationship Id="rId12" Type="http://schemas.openxmlformats.org/officeDocument/2006/relationships/tags" Target="../tags/tag3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 bwMode="auto">
          <a:xfrm>
            <a:off x="0" y="0"/>
            <a:ext cx="6938433" cy="823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 bwMode="auto">
          <a:xfrm>
            <a:off x="838200" y="1095375"/>
            <a:ext cx="10515600" cy="51704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18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E0EBA-B68F-4AC5-94AA-3442E232DC8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8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973FE68-40A6-43A6-8847-2B556B062C7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71450" indent="-171450" algn="just" defTabSz="685800" rtl="0" fontAlgn="base">
        <a:lnSpc>
          <a:spcPct val="12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404040"/>
          </a:solidFill>
          <a:latin typeface="+mn-lt"/>
          <a:ea typeface="+mn-ea"/>
          <a:cs typeface="+mn-cs"/>
        </a:defRPr>
      </a:lvl1pPr>
      <a:lvl2pPr marL="514350" indent="-171450" algn="just" defTabSz="685800" rtl="0" fontAlgn="base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57250" indent="-171450" algn="just" defTabSz="685800" rtl="0" fontAlgn="base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200150" indent="-171450" algn="just" defTabSz="685800" rtl="0" fontAlgn="base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404040"/>
          </a:solidFill>
          <a:latin typeface="+mn-lt"/>
          <a:ea typeface="+mn-ea"/>
          <a:cs typeface="+mn-cs"/>
        </a:defRPr>
      </a:lvl4pPr>
      <a:lvl5pPr marL="1543050" indent="-171450" algn="just" defTabSz="685800" rtl="0" fontAlgn="base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404040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4800"/>
              <a:t>大作业</a:t>
            </a:r>
            <a:endParaRPr lang="zh-CN" altLang="en-US" sz="48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12753"/>
            <a:ext cx="10515599" cy="4673600"/>
          </a:xfrm>
        </p:spPr>
        <p:txBody>
          <a:bodyPr/>
          <a:p>
            <a:r>
              <a:rPr lang="zh-CN" altLang="en-US" sz="3600"/>
              <a:t>分组（</a:t>
            </a:r>
            <a:r>
              <a:rPr lang="en-US" altLang="zh-CN" sz="3600"/>
              <a:t>5</a:t>
            </a:r>
            <a:r>
              <a:rPr lang="zh-CN" altLang="en-US" sz="3600"/>
              <a:t>人）</a:t>
            </a:r>
            <a:endParaRPr lang="zh-CN" altLang="en-US" sz="3600"/>
          </a:p>
          <a:p>
            <a:pPr marL="0" indent="0">
              <a:buBlip>
                <a:blip r:embed="rId1"/>
              </a:buBlip>
            </a:pPr>
            <a:r>
              <a:rPr lang="en-US" altLang="zh-CN" sz="3600"/>
              <a:t> 1. </a:t>
            </a:r>
            <a:r>
              <a:rPr lang="zh-CN" altLang="en-US" sz="3600"/>
              <a:t>组名、口号、成员</a:t>
            </a:r>
            <a:endParaRPr lang="zh-CN" altLang="en-US" sz="3600"/>
          </a:p>
          <a:p>
            <a:pPr marL="0" indent="0">
              <a:buBlip>
                <a:blip r:embed="rId1"/>
              </a:buBlip>
            </a:pPr>
            <a:r>
              <a:rPr lang="en-US" altLang="zh-CN" sz="3600"/>
              <a:t> 2. </a:t>
            </a:r>
            <a:r>
              <a:rPr lang="zh-CN" altLang="en-US" sz="3600"/>
              <a:t>案例介绍</a:t>
            </a:r>
            <a:endParaRPr lang="zh-CN" altLang="en-US" sz="3600"/>
          </a:p>
          <a:p>
            <a:pPr marL="0" indent="0">
              <a:buBlip>
                <a:blip r:embed="rId1"/>
              </a:buBlip>
            </a:pPr>
            <a:r>
              <a:rPr lang="en-US" altLang="zh-CN" sz="3600"/>
              <a:t> 3. </a:t>
            </a:r>
            <a:r>
              <a:rPr lang="zh-CN" altLang="en-US" sz="3600"/>
              <a:t>结合所学内容进行案例分析</a:t>
            </a:r>
            <a:endParaRPr lang="zh-CN" altLang="en-US" sz="3600"/>
          </a:p>
          <a:p>
            <a:pPr marL="0" indent="0">
              <a:buBlip>
                <a:blip r:embed="rId1"/>
              </a:buBlip>
            </a:pPr>
            <a:r>
              <a:rPr lang="en-US" altLang="zh-CN" sz="3600"/>
              <a:t> 4. </a:t>
            </a:r>
            <a:r>
              <a:rPr lang="zh-CN" altLang="en-US" sz="3600"/>
              <a:t>心得体会</a:t>
            </a:r>
            <a:endParaRPr lang="zh-CN" altLang="en-US" sz="3600"/>
          </a:p>
          <a:p>
            <a:pPr marL="0" indent="0">
              <a:buBlip>
                <a:blip r:embed="rId1"/>
              </a:buBlip>
            </a:pPr>
            <a:r>
              <a:rPr lang="en-US" altLang="zh-CN" sz="3600"/>
              <a:t> 5. PPT</a:t>
            </a:r>
            <a:r>
              <a:rPr lang="zh-CN" altLang="en-US" sz="3600"/>
              <a:t>文案</a:t>
            </a:r>
            <a:endParaRPr lang="zh-CN" altLang="en-US" sz="3600"/>
          </a:p>
        </p:txBody>
      </p:sp>
      <p:grpSp>
        <p:nvGrpSpPr>
          <p:cNvPr id="5" name="组合 4" descr="本素材由iSlide™ 提供&#13;&#10;iSlide™尊重知识产权并注重保护用户享有的各项权利。郑重提醒您：&#13;&#10;iSlide™插件中提供的任何信息内容的所有权、知识产权归其原始权利人或权利受让人所有，您免费/购买获得的是信息内容的使用权，并受下述条款的约束；&#13;&#10;1. 您仅可以个人非商业用途使用该等信息内容，不可将信息内容的全部或部分用于出售，或以出租、出借、转让、分销、发布等其他任何方式供他人使用；&#13;&#10;2. 禁止在接入互联网或移动互联网的任何网站、平台、应用或程序上以任何方式为他人提供iSlide™插件资源内容的下载。&#13;&#10;The resource is supplied by iSlide™.&#13;&#10;iSlide™ respects all intellectual property rights and protects all the rights its users acquired.Solemnly remind you:&#13;&#10;The ownership and intellectual property of the resources supplied in iSlide Add-in belongs to its owner or the assignee of this ownership.you only acquired the usage of the resources supplied in iSlide Add-in, as well as respected the following restrain terms:&#13;&#10;1.You are only allowed to use such resource for personal and non-commercial aim, not allowed to use such resource or part of it for the sale; or rent, lend, transfer to others; or distribution or release it in any way.&#13;&#10;2.You are not permitted to provide the resource of iSlide Add-in in any website, platform, application access to the Internet or mobile Internet."/>
          <p:cNvGrpSpPr/>
          <p:nvPr/>
        </p:nvGrpSpPr>
        <p:grpSpPr>
          <a:xfrm>
            <a:off x="8129905" y="1605280"/>
            <a:ext cx="3909060" cy="3869055"/>
            <a:chOff x="3519714" y="1002721"/>
            <a:chExt cx="5152572" cy="4852559"/>
          </a:xfrm>
        </p:grpSpPr>
        <p:sp>
          <p:nvSpPr>
            <p:cNvPr id="6" name="îṧlîďé"/>
            <p:cNvSpPr/>
            <p:nvPr/>
          </p:nvSpPr>
          <p:spPr bwMode="auto">
            <a:xfrm>
              <a:off x="6705545" y="2264672"/>
              <a:ext cx="976226" cy="1909594"/>
            </a:xfrm>
            <a:custGeom>
              <a:avLst/>
              <a:gdLst>
                <a:gd name="T0" fmla="*/ 72 w 197"/>
                <a:gd name="T1" fmla="*/ 379 h 386"/>
                <a:gd name="T2" fmla="*/ 194 w 197"/>
                <a:gd name="T3" fmla="*/ 234 h 386"/>
                <a:gd name="T4" fmla="*/ 152 w 197"/>
                <a:gd name="T5" fmla="*/ 206 h 386"/>
                <a:gd name="T6" fmla="*/ 136 w 197"/>
                <a:gd name="T7" fmla="*/ 7 h 386"/>
                <a:gd name="T8" fmla="*/ 46 w 197"/>
                <a:gd name="T9" fmla="*/ 195 h 386"/>
                <a:gd name="T10" fmla="*/ 18 w 197"/>
                <a:gd name="T11" fmla="*/ 183 h 386"/>
                <a:gd name="T12" fmla="*/ 45 w 197"/>
                <a:gd name="T13" fmla="*/ 386 h 386"/>
                <a:gd name="T14" fmla="*/ 72 w 197"/>
                <a:gd name="T15" fmla="*/ 379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386">
                  <a:moveTo>
                    <a:pt x="72" y="379"/>
                  </a:moveTo>
                  <a:cubicBezTo>
                    <a:pt x="72" y="379"/>
                    <a:pt x="187" y="330"/>
                    <a:pt x="194" y="234"/>
                  </a:cubicBezTo>
                  <a:cubicBezTo>
                    <a:pt x="197" y="185"/>
                    <a:pt x="162" y="219"/>
                    <a:pt x="152" y="206"/>
                  </a:cubicBezTo>
                  <a:cubicBezTo>
                    <a:pt x="141" y="193"/>
                    <a:pt x="187" y="15"/>
                    <a:pt x="136" y="7"/>
                  </a:cubicBezTo>
                  <a:cubicBezTo>
                    <a:pt x="85" y="0"/>
                    <a:pt x="56" y="189"/>
                    <a:pt x="46" y="195"/>
                  </a:cubicBezTo>
                  <a:cubicBezTo>
                    <a:pt x="37" y="202"/>
                    <a:pt x="35" y="172"/>
                    <a:pt x="18" y="183"/>
                  </a:cubicBezTo>
                  <a:cubicBezTo>
                    <a:pt x="0" y="194"/>
                    <a:pt x="11" y="319"/>
                    <a:pt x="45" y="386"/>
                  </a:cubicBezTo>
                  <a:lnTo>
                    <a:pt x="72" y="379"/>
                  </a:lnTo>
                  <a:close/>
                </a:path>
              </a:pathLst>
            </a:custGeom>
            <a:solidFill>
              <a:srgbClr val="02C3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" name="íšḷíḍé"/>
            <p:cNvSpPr/>
            <p:nvPr/>
          </p:nvSpPr>
          <p:spPr bwMode="auto">
            <a:xfrm>
              <a:off x="6929363" y="2393248"/>
              <a:ext cx="426207" cy="1781018"/>
            </a:xfrm>
            <a:custGeom>
              <a:avLst/>
              <a:gdLst>
                <a:gd name="T0" fmla="*/ 86 w 86"/>
                <a:gd name="T1" fmla="*/ 0 h 360"/>
                <a:gd name="T2" fmla="*/ 72 w 86"/>
                <a:gd name="T3" fmla="*/ 44 h 360"/>
                <a:gd name="T4" fmla="*/ 59 w 86"/>
                <a:gd name="T5" fmla="*/ 88 h 360"/>
                <a:gd name="T6" fmla="*/ 35 w 86"/>
                <a:gd name="T7" fmla="*/ 178 h 360"/>
                <a:gd name="T8" fmla="*/ 15 w 86"/>
                <a:gd name="T9" fmla="*/ 268 h 360"/>
                <a:gd name="T10" fmla="*/ 11 w 86"/>
                <a:gd name="T11" fmla="*/ 291 h 360"/>
                <a:gd name="T12" fmla="*/ 7 w 86"/>
                <a:gd name="T13" fmla="*/ 314 h 360"/>
                <a:gd name="T14" fmla="*/ 0 w 86"/>
                <a:gd name="T15" fmla="*/ 360 h 360"/>
                <a:gd name="T16" fmla="*/ 12 w 86"/>
                <a:gd name="T17" fmla="*/ 268 h 360"/>
                <a:gd name="T18" fmla="*/ 31 w 86"/>
                <a:gd name="T19" fmla="*/ 177 h 360"/>
                <a:gd name="T20" fmla="*/ 56 w 86"/>
                <a:gd name="T21" fmla="*/ 87 h 360"/>
                <a:gd name="T22" fmla="*/ 86 w 86"/>
                <a:gd name="T23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6" h="360">
                  <a:moveTo>
                    <a:pt x="86" y="0"/>
                  </a:moveTo>
                  <a:cubicBezTo>
                    <a:pt x="81" y="14"/>
                    <a:pt x="76" y="29"/>
                    <a:pt x="72" y="44"/>
                  </a:cubicBezTo>
                  <a:cubicBezTo>
                    <a:pt x="67" y="59"/>
                    <a:pt x="63" y="73"/>
                    <a:pt x="59" y="88"/>
                  </a:cubicBezTo>
                  <a:cubicBezTo>
                    <a:pt x="50" y="118"/>
                    <a:pt x="42" y="148"/>
                    <a:pt x="35" y="178"/>
                  </a:cubicBezTo>
                  <a:cubicBezTo>
                    <a:pt x="27" y="208"/>
                    <a:pt x="21" y="238"/>
                    <a:pt x="15" y="268"/>
                  </a:cubicBezTo>
                  <a:cubicBezTo>
                    <a:pt x="11" y="291"/>
                    <a:pt x="11" y="291"/>
                    <a:pt x="11" y="291"/>
                  </a:cubicBezTo>
                  <a:cubicBezTo>
                    <a:pt x="9" y="299"/>
                    <a:pt x="8" y="306"/>
                    <a:pt x="7" y="314"/>
                  </a:cubicBezTo>
                  <a:cubicBezTo>
                    <a:pt x="4" y="329"/>
                    <a:pt x="2" y="344"/>
                    <a:pt x="0" y="360"/>
                  </a:cubicBezTo>
                  <a:cubicBezTo>
                    <a:pt x="3" y="329"/>
                    <a:pt x="7" y="298"/>
                    <a:pt x="12" y="268"/>
                  </a:cubicBezTo>
                  <a:cubicBezTo>
                    <a:pt x="17" y="237"/>
                    <a:pt x="24" y="207"/>
                    <a:pt x="31" y="177"/>
                  </a:cubicBezTo>
                  <a:cubicBezTo>
                    <a:pt x="39" y="147"/>
                    <a:pt x="47" y="117"/>
                    <a:pt x="56" y="87"/>
                  </a:cubicBezTo>
                  <a:cubicBezTo>
                    <a:pt x="65" y="58"/>
                    <a:pt x="75" y="29"/>
                    <a:pt x="86" y="0"/>
                  </a:cubicBezTo>
                  <a:close/>
                </a:path>
              </a:pathLst>
            </a:custGeom>
            <a:solidFill>
              <a:srgbClr val="05A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" name="îS1íde"/>
            <p:cNvSpPr/>
            <p:nvPr/>
          </p:nvSpPr>
          <p:spPr bwMode="auto">
            <a:xfrm>
              <a:off x="6967460" y="3302805"/>
              <a:ext cx="678597" cy="559545"/>
            </a:xfrm>
            <a:custGeom>
              <a:avLst/>
              <a:gdLst>
                <a:gd name="T0" fmla="*/ 137 w 137"/>
                <a:gd name="T1" fmla="*/ 0 h 113"/>
                <a:gd name="T2" fmla="*/ 113 w 137"/>
                <a:gd name="T3" fmla="*/ 38 h 113"/>
                <a:gd name="T4" fmla="*/ 105 w 137"/>
                <a:gd name="T5" fmla="*/ 46 h 113"/>
                <a:gd name="T6" fmla="*/ 96 w 137"/>
                <a:gd name="T7" fmla="*/ 54 h 113"/>
                <a:gd name="T8" fmla="*/ 88 w 137"/>
                <a:gd name="T9" fmla="*/ 61 h 113"/>
                <a:gd name="T10" fmla="*/ 79 w 137"/>
                <a:gd name="T11" fmla="*/ 68 h 113"/>
                <a:gd name="T12" fmla="*/ 70 w 137"/>
                <a:gd name="T13" fmla="*/ 75 h 113"/>
                <a:gd name="T14" fmla="*/ 60 w 137"/>
                <a:gd name="T15" fmla="*/ 81 h 113"/>
                <a:gd name="T16" fmla="*/ 41 w 137"/>
                <a:gd name="T17" fmla="*/ 93 h 113"/>
                <a:gd name="T18" fmla="*/ 21 w 137"/>
                <a:gd name="T19" fmla="*/ 103 h 113"/>
                <a:gd name="T20" fmla="*/ 0 w 137"/>
                <a:gd name="T21" fmla="*/ 113 h 113"/>
                <a:gd name="T22" fmla="*/ 20 w 137"/>
                <a:gd name="T23" fmla="*/ 102 h 113"/>
                <a:gd name="T24" fmla="*/ 39 w 137"/>
                <a:gd name="T25" fmla="*/ 90 h 113"/>
                <a:gd name="T26" fmla="*/ 58 w 137"/>
                <a:gd name="T27" fmla="*/ 78 h 113"/>
                <a:gd name="T28" fmla="*/ 67 w 137"/>
                <a:gd name="T29" fmla="*/ 72 h 113"/>
                <a:gd name="T30" fmla="*/ 76 w 137"/>
                <a:gd name="T31" fmla="*/ 65 h 113"/>
                <a:gd name="T32" fmla="*/ 110 w 137"/>
                <a:gd name="T33" fmla="*/ 36 h 113"/>
                <a:gd name="T34" fmla="*/ 125 w 137"/>
                <a:gd name="T35" fmla="*/ 19 h 113"/>
                <a:gd name="T36" fmla="*/ 137 w 137"/>
                <a:gd name="T37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7" h="113">
                  <a:moveTo>
                    <a:pt x="137" y="0"/>
                  </a:moveTo>
                  <a:cubicBezTo>
                    <a:pt x="132" y="14"/>
                    <a:pt x="123" y="27"/>
                    <a:pt x="113" y="38"/>
                  </a:cubicBezTo>
                  <a:cubicBezTo>
                    <a:pt x="110" y="41"/>
                    <a:pt x="108" y="44"/>
                    <a:pt x="105" y="46"/>
                  </a:cubicBezTo>
                  <a:cubicBezTo>
                    <a:pt x="102" y="49"/>
                    <a:pt x="99" y="51"/>
                    <a:pt x="96" y="54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79" y="68"/>
                    <a:pt x="79" y="68"/>
                    <a:pt x="79" y="68"/>
                  </a:cubicBezTo>
                  <a:cubicBezTo>
                    <a:pt x="76" y="70"/>
                    <a:pt x="73" y="73"/>
                    <a:pt x="70" y="75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54" y="85"/>
                    <a:pt x="47" y="89"/>
                    <a:pt x="41" y="93"/>
                  </a:cubicBezTo>
                  <a:cubicBezTo>
                    <a:pt x="34" y="96"/>
                    <a:pt x="28" y="100"/>
                    <a:pt x="21" y="103"/>
                  </a:cubicBezTo>
                  <a:cubicBezTo>
                    <a:pt x="14" y="106"/>
                    <a:pt x="7" y="110"/>
                    <a:pt x="0" y="113"/>
                  </a:cubicBezTo>
                  <a:cubicBezTo>
                    <a:pt x="7" y="109"/>
                    <a:pt x="13" y="105"/>
                    <a:pt x="20" y="102"/>
                  </a:cubicBezTo>
                  <a:cubicBezTo>
                    <a:pt x="26" y="98"/>
                    <a:pt x="33" y="94"/>
                    <a:pt x="39" y="90"/>
                  </a:cubicBezTo>
                  <a:cubicBezTo>
                    <a:pt x="58" y="78"/>
                    <a:pt x="58" y="78"/>
                    <a:pt x="58" y="78"/>
                  </a:cubicBezTo>
                  <a:cubicBezTo>
                    <a:pt x="67" y="72"/>
                    <a:pt x="67" y="72"/>
                    <a:pt x="67" y="72"/>
                  </a:cubicBezTo>
                  <a:cubicBezTo>
                    <a:pt x="70" y="69"/>
                    <a:pt x="73" y="67"/>
                    <a:pt x="76" y="65"/>
                  </a:cubicBezTo>
                  <a:cubicBezTo>
                    <a:pt x="89" y="56"/>
                    <a:pt x="100" y="46"/>
                    <a:pt x="110" y="36"/>
                  </a:cubicBezTo>
                  <a:cubicBezTo>
                    <a:pt x="116" y="31"/>
                    <a:pt x="121" y="25"/>
                    <a:pt x="125" y="19"/>
                  </a:cubicBezTo>
                  <a:cubicBezTo>
                    <a:pt x="130" y="13"/>
                    <a:pt x="134" y="7"/>
                    <a:pt x="137" y="0"/>
                  </a:cubicBezTo>
                  <a:close/>
                </a:path>
              </a:pathLst>
            </a:custGeom>
            <a:solidFill>
              <a:srgbClr val="05A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iṡḻíďè"/>
            <p:cNvSpPr/>
            <p:nvPr/>
          </p:nvSpPr>
          <p:spPr bwMode="auto">
            <a:xfrm>
              <a:off x="6793645" y="3169467"/>
              <a:ext cx="195245" cy="583355"/>
            </a:xfrm>
            <a:custGeom>
              <a:avLst/>
              <a:gdLst>
                <a:gd name="T0" fmla="*/ 0 w 39"/>
                <a:gd name="T1" fmla="*/ 0 h 118"/>
                <a:gd name="T2" fmla="*/ 4 w 39"/>
                <a:gd name="T3" fmla="*/ 15 h 118"/>
                <a:gd name="T4" fmla="*/ 8 w 39"/>
                <a:gd name="T5" fmla="*/ 30 h 118"/>
                <a:gd name="T6" fmla="*/ 17 w 39"/>
                <a:gd name="T7" fmla="*/ 60 h 118"/>
                <a:gd name="T8" fmla="*/ 27 w 39"/>
                <a:gd name="T9" fmla="*/ 89 h 118"/>
                <a:gd name="T10" fmla="*/ 33 w 39"/>
                <a:gd name="T11" fmla="*/ 103 h 118"/>
                <a:gd name="T12" fmla="*/ 39 w 39"/>
                <a:gd name="T13" fmla="*/ 118 h 118"/>
                <a:gd name="T14" fmla="*/ 13 w 39"/>
                <a:gd name="T15" fmla="*/ 61 h 118"/>
                <a:gd name="T16" fmla="*/ 5 w 39"/>
                <a:gd name="T17" fmla="*/ 31 h 118"/>
                <a:gd name="T18" fmla="*/ 0 w 39"/>
                <a:gd name="T1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118">
                  <a:moveTo>
                    <a:pt x="0" y="0"/>
                  </a:moveTo>
                  <a:cubicBezTo>
                    <a:pt x="1" y="5"/>
                    <a:pt x="2" y="10"/>
                    <a:pt x="4" y="15"/>
                  </a:cubicBezTo>
                  <a:cubicBezTo>
                    <a:pt x="5" y="20"/>
                    <a:pt x="7" y="25"/>
                    <a:pt x="8" y="30"/>
                  </a:cubicBezTo>
                  <a:cubicBezTo>
                    <a:pt x="11" y="40"/>
                    <a:pt x="14" y="50"/>
                    <a:pt x="17" y="60"/>
                  </a:cubicBezTo>
                  <a:cubicBezTo>
                    <a:pt x="20" y="70"/>
                    <a:pt x="24" y="79"/>
                    <a:pt x="27" y="89"/>
                  </a:cubicBezTo>
                  <a:cubicBezTo>
                    <a:pt x="29" y="94"/>
                    <a:pt x="31" y="99"/>
                    <a:pt x="33" y="103"/>
                  </a:cubicBezTo>
                  <a:cubicBezTo>
                    <a:pt x="35" y="108"/>
                    <a:pt x="37" y="113"/>
                    <a:pt x="39" y="118"/>
                  </a:cubicBezTo>
                  <a:cubicBezTo>
                    <a:pt x="28" y="100"/>
                    <a:pt x="20" y="81"/>
                    <a:pt x="13" y="61"/>
                  </a:cubicBezTo>
                  <a:cubicBezTo>
                    <a:pt x="10" y="51"/>
                    <a:pt x="7" y="41"/>
                    <a:pt x="5" y="31"/>
                  </a:cubicBezTo>
                  <a:cubicBezTo>
                    <a:pt x="3" y="21"/>
                    <a:pt x="1" y="10"/>
                    <a:pt x="0" y="0"/>
                  </a:cubicBezTo>
                  <a:close/>
                </a:path>
              </a:pathLst>
            </a:custGeom>
            <a:solidFill>
              <a:srgbClr val="05A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íSḻïḍè"/>
            <p:cNvSpPr/>
            <p:nvPr/>
          </p:nvSpPr>
          <p:spPr bwMode="auto">
            <a:xfrm>
              <a:off x="3900680" y="1907516"/>
              <a:ext cx="888129" cy="2276274"/>
            </a:xfrm>
            <a:custGeom>
              <a:avLst/>
              <a:gdLst>
                <a:gd name="T0" fmla="*/ 23 w 179"/>
                <a:gd name="T1" fmla="*/ 460 h 460"/>
                <a:gd name="T2" fmla="*/ 18 w 179"/>
                <a:gd name="T3" fmla="*/ 166 h 460"/>
                <a:gd name="T4" fmla="*/ 109 w 179"/>
                <a:gd name="T5" fmla="*/ 33 h 460"/>
                <a:gd name="T6" fmla="*/ 164 w 179"/>
                <a:gd name="T7" fmla="*/ 460 h 460"/>
                <a:gd name="T8" fmla="*/ 23 w 179"/>
                <a:gd name="T9" fmla="*/ 46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460">
                  <a:moveTo>
                    <a:pt x="23" y="460"/>
                  </a:moveTo>
                  <a:cubicBezTo>
                    <a:pt x="23" y="460"/>
                    <a:pt x="0" y="306"/>
                    <a:pt x="18" y="166"/>
                  </a:cubicBezTo>
                  <a:cubicBezTo>
                    <a:pt x="36" y="26"/>
                    <a:pt x="78" y="0"/>
                    <a:pt x="109" y="33"/>
                  </a:cubicBezTo>
                  <a:cubicBezTo>
                    <a:pt x="140" y="67"/>
                    <a:pt x="179" y="182"/>
                    <a:pt x="164" y="460"/>
                  </a:cubicBezTo>
                  <a:lnTo>
                    <a:pt x="23" y="460"/>
                  </a:lnTo>
                  <a:close/>
                </a:path>
              </a:pathLst>
            </a:custGeom>
            <a:solidFill>
              <a:srgbClr val="02C3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" name="ïṥlîďé"/>
            <p:cNvSpPr/>
            <p:nvPr/>
          </p:nvSpPr>
          <p:spPr bwMode="auto">
            <a:xfrm>
              <a:off x="4312601" y="2219433"/>
              <a:ext cx="19048" cy="1964359"/>
            </a:xfrm>
            <a:custGeom>
              <a:avLst/>
              <a:gdLst>
                <a:gd name="T0" fmla="*/ 2 w 4"/>
                <a:gd name="T1" fmla="*/ 0 h 397"/>
                <a:gd name="T2" fmla="*/ 4 w 4"/>
                <a:gd name="T3" fmla="*/ 99 h 397"/>
                <a:gd name="T4" fmla="*/ 4 w 4"/>
                <a:gd name="T5" fmla="*/ 198 h 397"/>
                <a:gd name="T6" fmla="*/ 4 w 4"/>
                <a:gd name="T7" fmla="*/ 298 h 397"/>
                <a:gd name="T8" fmla="*/ 3 w 4"/>
                <a:gd name="T9" fmla="*/ 347 h 397"/>
                <a:gd name="T10" fmla="*/ 2 w 4"/>
                <a:gd name="T11" fmla="*/ 397 h 397"/>
                <a:gd name="T12" fmla="*/ 1 w 4"/>
                <a:gd name="T13" fmla="*/ 347 h 397"/>
                <a:gd name="T14" fmla="*/ 1 w 4"/>
                <a:gd name="T15" fmla="*/ 298 h 397"/>
                <a:gd name="T16" fmla="*/ 0 w 4"/>
                <a:gd name="T17" fmla="*/ 198 h 397"/>
                <a:gd name="T18" fmla="*/ 1 w 4"/>
                <a:gd name="T19" fmla="*/ 99 h 397"/>
                <a:gd name="T20" fmla="*/ 2 w 4"/>
                <a:gd name="T2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397">
                  <a:moveTo>
                    <a:pt x="2" y="0"/>
                  </a:moveTo>
                  <a:cubicBezTo>
                    <a:pt x="3" y="33"/>
                    <a:pt x="3" y="66"/>
                    <a:pt x="4" y="99"/>
                  </a:cubicBezTo>
                  <a:cubicBezTo>
                    <a:pt x="4" y="198"/>
                    <a:pt x="4" y="198"/>
                    <a:pt x="4" y="198"/>
                  </a:cubicBezTo>
                  <a:cubicBezTo>
                    <a:pt x="4" y="298"/>
                    <a:pt x="4" y="298"/>
                    <a:pt x="4" y="298"/>
                  </a:cubicBezTo>
                  <a:cubicBezTo>
                    <a:pt x="3" y="347"/>
                    <a:pt x="3" y="347"/>
                    <a:pt x="3" y="347"/>
                  </a:cubicBezTo>
                  <a:cubicBezTo>
                    <a:pt x="2" y="397"/>
                    <a:pt x="2" y="397"/>
                    <a:pt x="2" y="397"/>
                  </a:cubicBezTo>
                  <a:cubicBezTo>
                    <a:pt x="1" y="347"/>
                    <a:pt x="1" y="347"/>
                    <a:pt x="1" y="347"/>
                  </a:cubicBezTo>
                  <a:cubicBezTo>
                    <a:pt x="1" y="298"/>
                    <a:pt x="1" y="298"/>
                    <a:pt x="1" y="2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1" y="99"/>
                    <a:pt x="1" y="99"/>
                    <a:pt x="1" y="99"/>
                  </a:cubicBezTo>
                  <a:cubicBezTo>
                    <a:pt x="1" y="66"/>
                    <a:pt x="1" y="33"/>
                    <a:pt x="2" y="0"/>
                  </a:cubicBezTo>
                  <a:close/>
                </a:path>
              </a:pathLst>
            </a:custGeom>
            <a:solidFill>
              <a:srgbClr val="05A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îṧľíḋe"/>
            <p:cNvSpPr/>
            <p:nvPr/>
          </p:nvSpPr>
          <p:spPr bwMode="auto">
            <a:xfrm>
              <a:off x="4138784" y="2664687"/>
              <a:ext cx="183341" cy="297631"/>
            </a:xfrm>
            <a:custGeom>
              <a:avLst/>
              <a:gdLst>
                <a:gd name="T0" fmla="*/ 0 w 37"/>
                <a:gd name="T1" fmla="*/ 0 h 60"/>
                <a:gd name="T2" fmla="*/ 20 w 37"/>
                <a:gd name="T3" fmla="*/ 29 h 60"/>
                <a:gd name="T4" fmla="*/ 37 w 37"/>
                <a:gd name="T5" fmla="*/ 60 h 60"/>
                <a:gd name="T6" fmla="*/ 17 w 37"/>
                <a:gd name="T7" fmla="*/ 31 h 60"/>
                <a:gd name="T8" fmla="*/ 0 w 37"/>
                <a:gd name="T9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60">
                  <a:moveTo>
                    <a:pt x="0" y="0"/>
                  </a:moveTo>
                  <a:cubicBezTo>
                    <a:pt x="8" y="9"/>
                    <a:pt x="14" y="19"/>
                    <a:pt x="20" y="29"/>
                  </a:cubicBezTo>
                  <a:cubicBezTo>
                    <a:pt x="26" y="39"/>
                    <a:pt x="32" y="49"/>
                    <a:pt x="37" y="60"/>
                  </a:cubicBezTo>
                  <a:cubicBezTo>
                    <a:pt x="30" y="51"/>
                    <a:pt x="23" y="41"/>
                    <a:pt x="17" y="31"/>
                  </a:cubicBezTo>
                  <a:cubicBezTo>
                    <a:pt x="11" y="21"/>
                    <a:pt x="5" y="11"/>
                    <a:pt x="0" y="0"/>
                  </a:cubicBezTo>
                  <a:close/>
                </a:path>
              </a:pathLst>
            </a:custGeom>
            <a:solidFill>
              <a:srgbClr val="05A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íšľíďê"/>
            <p:cNvSpPr/>
            <p:nvPr/>
          </p:nvSpPr>
          <p:spPr bwMode="auto">
            <a:xfrm>
              <a:off x="4226884" y="2581351"/>
              <a:ext cx="30954" cy="266676"/>
            </a:xfrm>
            <a:custGeom>
              <a:avLst/>
              <a:gdLst>
                <a:gd name="T0" fmla="*/ 1 w 6"/>
                <a:gd name="T1" fmla="*/ 0 h 54"/>
                <a:gd name="T2" fmla="*/ 5 w 6"/>
                <a:gd name="T3" fmla="*/ 27 h 54"/>
                <a:gd name="T4" fmla="*/ 5 w 6"/>
                <a:gd name="T5" fmla="*/ 54 h 54"/>
                <a:gd name="T6" fmla="*/ 1 w 6"/>
                <a:gd name="T7" fmla="*/ 27 h 54"/>
                <a:gd name="T8" fmla="*/ 1 w 6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4">
                  <a:moveTo>
                    <a:pt x="1" y="0"/>
                  </a:moveTo>
                  <a:cubicBezTo>
                    <a:pt x="3" y="9"/>
                    <a:pt x="4" y="18"/>
                    <a:pt x="5" y="27"/>
                  </a:cubicBezTo>
                  <a:cubicBezTo>
                    <a:pt x="5" y="36"/>
                    <a:pt x="6" y="45"/>
                    <a:pt x="5" y="54"/>
                  </a:cubicBezTo>
                  <a:cubicBezTo>
                    <a:pt x="3" y="45"/>
                    <a:pt x="2" y="36"/>
                    <a:pt x="1" y="27"/>
                  </a:cubicBezTo>
                  <a:cubicBezTo>
                    <a:pt x="0" y="18"/>
                    <a:pt x="0" y="9"/>
                    <a:pt x="1" y="0"/>
                  </a:cubicBezTo>
                  <a:close/>
                </a:path>
              </a:pathLst>
            </a:custGeom>
            <a:solidFill>
              <a:srgbClr val="05A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îšlíďê"/>
            <p:cNvSpPr/>
            <p:nvPr/>
          </p:nvSpPr>
          <p:spPr bwMode="auto">
            <a:xfrm>
              <a:off x="4322125" y="2636114"/>
              <a:ext cx="216675" cy="459541"/>
            </a:xfrm>
            <a:custGeom>
              <a:avLst/>
              <a:gdLst>
                <a:gd name="T0" fmla="*/ 44 w 44"/>
                <a:gd name="T1" fmla="*/ 0 h 93"/>
                <a:gd name="T2" fmla="*/ 34 w 44"/>
                <a:gd name="T3" fmla="*/ 24 h 93"/>
                <a:gd name="T4" fmla="*/ 24 w 44"/>
                <a:gd name="T5" fmla="*/ 47 h 93"/>
                <a:gd name="T6" fmla="*/ 12 w 44"/>
                <a:gd name="T7" fmla="*/ 70 h 93"/>
                <a:gd name="T8" fmla="*/ 6 w 44"/>
                <a:gd name="T9" fmla="*/ 82 h 93"/>
                <a:gd name="T10" fmla="*/ 0 w 44"/>
                <a:gd name="T11" fmla="*/ 93 h 93"/>
                <a:gd name="T12" fmla="*/ 5 w 44"/>
                <a:gd name="T13" fmla="*/ 81 h 93"/>
                <a:gd name="T14" fmla="*/ 10 w 44"/>
                <a:gd name="T15" fmla="*/ 69 h 93"/>
                <a:gd name="T16" fmla="*/ 20 w 44"/>
                <a:gd name="T17" fmla="*/ 46 h 93"/>
                <a:gd name="T18" fmla="*/ 31 w 44"/>
                <a:gd name="T19" fmla="*/ 23 h 93"/>
                <a:gd name="T20" fmla="*/ 44 w 44"/>
                <a:gd name="T2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93">
                  <a:moveTo>
                    <a:pt x="44" y="0"/>
                  </a:moveTo>
                  <a:cubicBezTo>
                    <a:pt x="41" y="8"/>
                    <a:pt x="38" y="16"/>
                    <a:pt x="34" y="24"/>
                  </a:cubicBezTo>
                  <a:cubicBezTo>
                    <a:pt x="31" y="32"/>
                    <a:pt x="27" y="40"/>
                    <a:pt x="24" y="47"/>
                  </a:cubicBezTo>
                  <a:cubicBezTo>
                    <a:pt x="20" y="55"/>
                    <a:pt x="16" y="63"/>
                    <a:pt x="12" y="70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4" y="85"/>
                    <a:pt x="2" y="89"/>
                    <a:pt x="0" y="93"/>
                  </a:cubicBezTo>
                  <a:cubicBezTo>
                    <a:pt x="2" y="89"/>
                    <a:pt x="3" y="85"/>
                    <a:pt x="5" y="81"/>
                  </a:cubicBezTo>
                  <a:cubicBezTo>
                    <a:pt x="10" y="69"/>
                    <a:pt x="10" y="69"/>
                    <a:pt x="10" y="69"/>
                  </a:cubicBezTo>
                  <a:cubicBezTo>
                    <a:pt x="13" y="61"/>
                    <a:pt x="17" y="53"/>
                    <a:pt x="20" y="46"/>
                  </a:cubicBezTo>
                  <a:cubicBezTo>
                    <a:pt x="24" y="38"/>
                    <a:pt x="28" y="30"/>
                    <a:pt x="31" y="23"/>
                  </a:cubicBezTo>
                  <a:cubicBezTo>
                    <a:pt x="35" y="15"/>
                    <a:pt x="39" y="7"/>
                    <a:pt x="44" y="0"/>
                  </a:cubicBezTo>
                  <a:close/>
                </a:path>
              </a:pathLst>
            </a:custGeom>
            <a:solidFill>
              <a:srgbClr val="05A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iṡḻîḋê"/>
            <p:cNvSpPr/>
            <p:nvPr/>
          </p:nvSpPr>
          <p:spPr bwMode="auto">
            <a:xfrm>
              <a:off x="4414985" y="2636114"/>
              <a:ext cx="21430" cy="252390"/>
            </a:xfrm>
            <a:custGeom>
              <a:avLst/>
              <a:gdLst>
                <a:gd name="T0" fmla="*/ 3 w 4"/>
                <a:gd name="T1" fmla="*/ 0 h 51"/>
                <a:gd name="T2" fmla="*/ 4 w 4"/>
                <a:gd name="T3" fmla="*/ 25 h 51"/>
                <a:gd name="T4" fmla="*/ 1 w 4"/>
                <a:gd name="T5" fmla="*/ 51 h 51"/>
                <a:gd name="T6" fmla="*/ 0 w 4"/>
                <a:gd name="T7" fmla="*/ 25 h 51"/>
                <a:gd name="T8" fmla="*/ 3 w 4"/>
                <a:gd name="T9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1">
                  <a:moveTo>
                    <a:pt x="3" y="0"/>
                  </a:moveTo>
                  <a:cubicBezTo>
                    <a:pt x="4" y="9"/>
                    <a:pt x="4" y="17"/>
                    <a:pt x="4" y="25"/>
                  </a:cubicBezTo>
                  <a:cubicBezTo>
                    <a:pt x="4" y="34"/>
                    <a:pt x="3" y="42"/>
                    <a:pt x="1" y="51"/>
                  </a:cubicBezTo>
                  <a:cubicBezTo>
                    <a:pt x="0" y="42"/>
                    <a:pt x="0" y="34"/>
                    <a:pt x="0" y="25"/>
                  </a:cubicBezTo>
                  <a:cubicBezTo>
                    <a:pt x="0" y="17"/>
                    <a:pt x="1" y="8"/>
                    <a:pt x="3" y="0"/>
                  </a:cubicBezTo>
                  <a:close/>
                </a:path>
              </a:pathLst>
            </a:custGeom>
            <a:solidFill>
              <a:srgbClr val="05A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" name="ïṡľíḑê"/>
            <p:cNvSpPr/>
            <p:nvPr/>
          </p:nvSpPr>
          <p:spPr bwMode="auto">
            <a:xfrm>
              <a:off x="4084021" y="3017081"/>
              <a:ext cx="238104" cy="359538"/>
            </a:xfrm>
            <a:custGeom>
              <a:avLst/>
              <a:gdLst>
                <a:gd name="T0" fmla="*/ 0 w 48"/>
                <a:gd name="T1" fmla="*/ 0 h 73"/>
                <a:gd name="T2" fmla="*/ 26 w 48"/>
                <a:gd name="T3" fmla="*/ 35 h 73"/>
                <a:gd name="T4" fmla="*/ 48 w 48"/>
                <a:gd name="T5" fmla="*/ 73 h 73"/>
                <a:gd name="T6" fmla="*/ 23 w 48"/>
                <a:gd name="T7" fmla="*/ 37 h 73"/>
                <a:gd name="T8" fmla="*/ 0 w 48"/>
                <a:gd name="T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73">
                  <a:moveTo>
                    <a:pt x="0" y="0"/>
                  </a:moveTo>
                  <a:cubicBezTo>
                    <a:pt x="10" y="11"/>
                    <a:pt x="18" y="23"/>
                    <a:pt x="26" y="35"/>
                  </a:cubicBezTo>
                  <a:cubicBezTo>
                    <a:pt x="34" y="47"/>
                    <a:pt x="41" y="60"/>
                    <a:pt x="48" y="73"/>
                  </a:cubicBezTo>
                  <a:cubicBezTo>
                    <a:pt x="39" y="61"/>
                    <a:pt x="31" y="49"/>
                    <a:pt x="23" y="37"/>
                  </a:cubicBezTo>
                  <a:cubicBezTo>
                    <a:pt x="15" y="25"/>
                    <a:pt x="7" y="13"/>
                    <a:pt x="0" y="0"/>
                  </a:cubicBezTo>
                  <a:close/>
                </a:path>
              </a:pathLst>
            </a:custGeom>
            <a:solidFill>
              <a:srgbClr val="05A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íS1îďè"/>
            <p:cNvSpPr/>
            <p:nvPr/>
          </p:nvSpPr>
          <p:spPr bwMode="auto">
            <a:xfrm>
              <a:off x="4203073" y="3040891"/>
              <a:ext cx="40478" cy="202389"/>
            </a:xfrm>
            <a:custGeom>
              <a:avLst/>
              <a:gdLst>
                <a:gd name="T0" fmla="*/ 0 w 8"/>
                <a:gd name="T1" fmla="*/ 0 h 41"/>
                <a:gd name="T2" fmla="*/ 6 w 8"/>
                <a:gd name="T3" fmla="*/ 20 h 41"/>
                <a:gd name="T4" fmla="*/ 8 w 8"/>
                <a:gd name="T5" fmla="*/ 41 h 41"/>
                <a:gd name="T6" fmla="*/ 2 w 8"/>
                <a:gd name="T7" fmla="*/ 21 h 41"/>
                <a:gd name="T8" fmla="*/ 0 w 8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1">
                  <a:moveTo>
                    <a:pt x="0" y="0"/>
                  </a:moveTo>
                  <a:cubicBezTo>
                    <a:pt x="3" y="7"/>
                    <a:pt x="5" y="13"/>
                    <a:pt x="6" y="20"/>
                  </a:cubicBezTo>
                  <a:cubicBezTo>
                    <a:pt x="7" y="27"/>
                    <a:pt x="8" y="34"/>
                    <a:pt x="8" y="41"/>
                  </a:cubicBezTo>
                  <a:cubicBezTo>
                    <a:pt x="5" y="34"/>
                    <a:pt x="3" y="28"/>
                    <a:pt x="2" y="21"/>
                  </a:cubicBezTo>
                  <a:cubicBezTo>
                    <a:pt x="1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05A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îṣlîďê"/>
            <p:cNvSpPr/>
            <p:nvPr/>
          </p:nvSpPr>
          <p:spPr bwMode="auto">
            <a:xfrm>
              <a:off x="4322125" y="3224232"/>
              <a:ext cx="247628" cy="354776"/>
            </a:xfrm>
            <a:custGeom>
              <a:avLst/>
              <a:gdLst>
                <a:gd name="T0" fmla="*/ 0 w 50"/>
                <a:gd name="T1" fmla="*/ 72 h 72"/>
                <a:gd name="T2" fmla="*/ 23 w 50"/>
                <a:gd name="T3" fmla="*/ 35 h 72"/>
                <a:gd name="T4" fmla="*/ 50 w 50"/>
                <a:gd name="T5" fmla="*/ 0 h 72"/>
                <a:gd name="T6" fmla="*/ 27 w 50"/>
                <a:gd name="T7" fmla="*/ 37 h 72"/>
                <a:gd name="T8" fmla="*/ 0 w 50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72">
                  <a:moveTo>
                    <a:pt x="0" y="72"/>
                  </a:moveTo>
                  <a:cubicBezTo>
                    <a:pt x="7" y="59"/>
                    <a:pt x="15" y="47"/>
                    <a:pt x="23" y="35"/>
                  </a:cubicBezTo>
                  <a:cubicBezTo>
                    <a:pt x="32" y="23"/>
                    <a:pt x="40" y="11"/>
                    <a:pt x="50" y="0"/>
                  </a:cubicBezTo>
                  <a:cubicBezTo>
                    <a:pt x="43" y="13"/>
                    <a:pt x="35" y="25"/>
                    <a:pt x="27" y="37"/>
                  </a:cubicBezTo>
                  <a:cubicBezTo>
                    <a:pt x="18" y="49"/>
                    <a:pt x="10" y="61"/>
                    <a:pt x="0" y="72"/>
                  </a:cubicBezTo>
                  <a:close/>
                </a:path>
              </a:pathLst>
            </a:custGeom>
            <a:solidFill>
              <a:srgbClr val="05A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" name="iSlïḍé"/>
            <p:cNvSpPr/>
            <p:nvPr/>
          </p:nvSpPr>
          <p:spPr bwMode="auto">
            <a:xfrm>
              <a:off x="4410223" y="3224232"/>
              <a:ext cx="35716" cy="221437"/>
            </a:xfrm>
            <a:custGeom>
              <a:avLst/>
              <a:gdLst>
                <a:gd name="T0" fmla="*/ 7 w 7"/>
                <a:gd name="T1" fmla="*/ 0 h 45"/>
                <a:gd name="T2" fmla="*/ 6 w 7"/>
                <a:gd name="T3" fmla="*/ 23 h 45"/>
                <a:gd name="T4" fmla="*/ 1 w 7"/>
                <a:gd name="T5" fmla="*/ 45 h 45"/>
                <a:gd name="T6" fmla="*/ 2 w 7"/>
                <a:gd name="T7" fmla="*/ 22 h 45"/>
                <a:gd name="T8" fmla="*/ 7 w 7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5">
                  <a:moveTo>
                    <a:pt x="7" y="0"/>
                  </a:moveTo>
                  <a:cubicBezTo>
                    <a:pt x="7" y="8"/>
                    <a:pt x="7" y="16"/>
                    <a:pt x="6" y="23"/>
                  </a:cubicBezTo>
                  <a:cubicBezTo>
                    <a:pt x="5" y="30"/>
                    <a:pt x="3" y="38"/>
                    <a:pt x="1" y="45"/>
                  </a:cubicBezTo>
                  <a:cubicBezTo>
                    <a:pt x="0" y="37"/>
                    <a:pt x="1" y="30"/>
                    <a:pt x="2" y="22"/>
                  </a:cubicBezTo>
                  <a:cubicBezTo>
                    <a:pt x="3" y="15"/>
                    <a:pt x="4" y="8"/>
                    <a:pt x="7" y="0"/>
                  </a:cubicBezTo>
                  <a:close/>
                </a:path>
              </a:pathLst>
            </a:custGeom>
            <a:solidFill>
              <a:srgbClr val="05A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0" name="iṥḷíḍé"/>
            <p:cNvSpPr/>
            <p:nvPr/>
          </p:nvSpPr>
          <p:spPr bwMode="auto">
            <a:xfrm>
              <a:off x="4322125" y="3807586"/>
              <a:ext cx="216675" cy="247628"/>
            </a:xfrm>
            <a:custGeom>
              <a:avLst/>
              <a:gdLst>
                <a:gd name="T0" fmla="*/ 0 w 44"/>
                <a:gd name="T1" fmla="*/ 50 h 50"/>
                <a:gd name="T2" fmla="*/ 20 w 44"/>
                <a:gd name="T3" fmla="*/ 24 h 50"/>
                <a:gd name="T4" fmla="*/ 44 w 44"/>
                <a:gd name="T5" fmla="*/ 0 h 50"/>
                <a:gd name="T6" fmla="*/ 23 w 44"/>
                <a:gd name="T7" fmla="*/ 26 h 50"/>
                <a:gd name="T8" fmla="*/ 0 w 44"/>
                <a:gd name="T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50">
                  <a:moveTo>
                    <a:pt x="0" y="50"/>
                  </a:moveTo>
                  <a:cubicBezTo>
                    <a:pt x="6" y="41"/>
                    <a:pt x="13" y="32"/>
                    <a:pt x="20" y="24"/>
                  </a:cubicBezTo>
                  <a:cubicBezTo>
                    <a:pt x="28" y="16"/>
                    <a:pt x="35" y="7"/>
                    <a:pt x="44" y="0"/>
                  </a:cubicBezTo>
                  <a:cubicBezTo>
                    <a:pt x="38" y="9"/>
                    <a:pt x="31" y="18"/>
                    <a:pt x="23" y="26"/>
                  </a:cubicBezTo>
                  <a:cubicBezTo>
                    <a:pt x="16" y="35"/>
                    <a:pt x="9" y="43"/>
                    <a:pt x="0" y="50"/>
                  </a:cubicBezTo>
                  <a:close/>
                </a:path>
              </a:pathLst>
            </a:custGeom>
            <a:solidFill>
              <a:srgbClr val="05A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1" name="îṧļîḓê"/>
            <p:cNvSpPr/>
            <p:nvPr/>
          </p:nvSpPr>
          <p:spPr bwMode="auto">
            <a:xfrm>
              <a:off x="4410223" y="3771871"/>
              <a:ext cx="35716" cy="178579"/>
            </a:xfrm>
            <a:custGeom>
              <a:avLst/>
              <a:gdLst>
                <a:gd name="T0" fmla="*/ 7 w 7"/>
                <a:gd name="T1" fmla="*/ 0 h 36"/>
                <a:gd name="T2" fmla="*/ 6 w 7"/>
                <a:gd name="T3" fmla="*/ 18 h 36"/>
                <a:gd name="T4" fmla="*/ 1 w 7"/>
                <a:gd name="T5" fmla="*/ 36 h 36"/>
                <a:gd name="T6" fmla="*/ 2 w 7"/>
                <a:gd name="T7" fmla="*/ 18 h 36"/>
                <a:gd name="T8" fmla="*/ 7 w 7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6">
                  <a:moveTo>
                    <a:pt x="7" y="0"/>
                  </a:moveTo>
                  <a:cubicBezTo>
                    <a:pt x="7" y="6"/>
                    <a:pt x="7" y="12"/>
                    <a:pt x="6" y="18"/>
                  </a:cubicBezTo>
                  <a:cubicBezTo>
                    <a:pt x="5" y="24"/>
                    <a:pt x="3" y="30"/>
                    <a:pt x="1" y="36"/>
                  </a:cubicBezTo>
                  <a:cubicBezTo>
                    <a:pt x="0" y="30"/>
                    <a:pt x="1" y="24"/>
                    <a:pt x="2" y="18"/>
                  </a:cubicBezTo>
                  <a:cubicBezTo>
                    <a:pt x="3" y="12"/>
                    <a:pt x="4" y="6"/>
                    <a:pt x="7" y="0"/>
                  </a:cubicBezTo>
                  <a:close/>
                </a:path>
              </a:pathLst>
            </a:custGeom>
            <a:solidFill>
              <a:srgbClr val="05A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2" name="ï$ľídê"/>
            <p:cNvSpPr/>
            <p:nvPr/>
          </p:nvSpPr>
          <p:spPr bwMode="auto">
            <a:xfrm>
              <a:off x="6976984" y="2828979"/>
              <a:ext cx="1085754" cy="1295286"/>
            </a:xfrm>
            <a:custGeom>
              <a:avLst/>
              <a:gdLst>
                <a:gd name="T0" fmla="*/ 16 w 219"/>
                <a:gd name="T1" fmla="*/ 262 h 262"/>
                <a:gd name="T2" fmla="*/ 16 w 219"/>
                <a:gd name="T3" fmla="*/ 148 h 262"/>
                <a:gd name="T4" fmla="*/ 66 w 219"/>
                <a:gd name="T5" fmla="*/ 103 h 262"/>
                <a:gd name="T6" fmla="*/ 131 w 219"/>
                <a:gd name="T7" fmla="*/ 58 h 262"/>
                <a:gd name="T8" fmla="*/ 219 w 219"/>
                <a:gd name="T9" fmla="*/ 7 h 262"/>
                <a:gd name="T10" fmla="*/ 170 w 219"/>
                <a:gd name="T11" fmla="*/ 91 h 262"/>
                <a:gd name="T12" fmla="*/ 114 w 219"/>
                <a:gd name="T13" fmla="*/ 134 h 262"/>
                <a:gd name="T14" fmla="*/ 76 w 219"/>
                <a:gd name="T15" fmla="*/ 179 h 262"/>
                <a:gd name="T16" fmla="*/ 16 w 219"/>
                <a:gd name="T17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9" h="262">
                  <a:moveTo>
                    <a:pt x="16" y="262"/>
                  </a:moveTo>
                  <a:cubicBezTo>
                    <a:pt x="16" y="262"/>
                    <a:pt x="0" y="185"/>
                    <a:pt x="16" y="148"/>
                  </a:cubicBezTo>
                  <a:cubicBezTo>
                    <a:pt x="32" y="112"/>
                    <a:pt x="54" y="141"/>
                    <a:pt x="66" y="103"/>
                  </a:cubicBezTo>
                  <a:cubicBezTo>
                    <a:pt x="78" y="65"/>
                    <a:pt x="114" y="57"/>
                    <a:pt x="131" y="58"/>
                  </a:cubicBezTo>
                  <a:cubicBezTo>
                    <a:pt x="147" y="59"/>
                    <a:pt x="141" y="0"/>
                    <a:pt x="219" y="7"/>
                  </a:cubicBezTo>
                  <a:cubicBezTo>
                    <a:pt x="219" y="7"/>
                    <a:pt x="175" y="47"/>
                    <a:pt x="170" y="91"/>
                  </a:cubicBezTo>
                  <a:cubicBezTo>
                    <a:pt x="166" y="135"/>
                    <a:pt x="119" y="107"/>
                    <a:pt x="114" y="134"/>
                  </a:cubicBezTo>
                  <a:cubicBezTo>
                    <a:pt x="108" y="162"/>
                    <a:pt x="111" y="171"/>
                    <a:pt x="76" y="179"/>
                  </a:cubicBezTo>
                  <a:cubicBezTo>
                    <a:pt x="41" y="188"/>
                    <a:pt x="16" y="237"/>
                    <a:pt x="16" y="262"/>
                  </a:cubicBezTo>
                  <a:close/>
                </a:path>
              </a:pathLst>
            </a:custGeom>
            <a:solidFill>
              <a:srgbClr val="561F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3" name="ïşḻïḑe"/>
            <p:cNvSpPr/>
            <p:nvPr/>
          </p:nvSpPr>
          <p:spPr bwMode="auto">
            <a:xfrm>
              <a:off x="7053177" y="2862314"/>
              <a:ext cx="1009561" cy="1261951"/>
            </a:xfrm>
            <a:custGeom>
              <a:avLst/>
              <a:gdLst>
                <a:gd name="T0" fmla="*/ 1 w 204"/>
                <a:gd name="T1" fmla="*/ 255 h 255"/>
                <a:gd name="T2" fmla="*/ 2 w 204"/>
                <a:gd name="T3" fmla="*/ 212 h 255"/>
                <a:gd name="T4" fmla="*/ 14 w 204"/>
                <a:gd name="T5" fmla="*/ 170 h 255"/>
                <a:gd name="T6" fmla="*/ 26 w 204"/>
                <a:gd name="T7" fmla="*/ 152 h 255"/>
                <a:gd name="T8" fmla="*/ 43 w 204"/>
                <a:gd name="T9" fmla="*/ 138 h 255"/>
                <a:gd name="T10" fmla="*/ 59 w 204"/>
                <a:gd name="T11" fmla="*/ 123 h 255"/>
                <a:gd name="T12" fmla="*/ 72 w 204"/>
                <a:gd name="T13" fmla="*/ 106 h 255"/>
                <a:gd name="T14" fmla="*/ 85 w 204"/>
                <a:gd name="T15" fmla="*/ 89 h 255"/>
                <a:gd name="T16" fmla="*/ 103 w 204"/>
                <a:gd name="T17" fmla="*/ 77 h 255"/>
                <a:gd name="T18" fmla="*/ 108 w 204"/>
                <a:gd name="T19" fmla="*/ 75 h 255"/>
                <a:gd name="T20" fmla="*/ 111 w 204"/>
                <a:gd name="T21" fmla="*/ 74 h 255"/>
                <a:gd name="T22" fmla="*/ 113 w 204"/>
                <a:gd name="T23" fmla="*/ 72 h 255"/>
                <a:gd name="T24" fmla="*/ 121 w 204"/>
                <a:gd name="T25" fmla="*/ 66 h 255"/>
                <a:gd name="T26" fmla="*/ 135 w 204"/>
                <a:gd name="T27" fmla="*/ 50 h 255"/>
                <a:gd name="T28" fmla="*/ 165 w 204"/>
                <a:gd name="T29" fmla="*/ 18 h 255"/>
                <a:gd name="T30" fmla="*/ 204 w 204"/>
                <a:gd name="T31" fmla="*/ 0 h 255"/>
                <a:gd name="T32" fmla="*/ 166 w 204"/>
                <a:gd name="T33" fmla="*/ 19 h 255"/>
                <a:gd name="T34" fmla="*/ 137 w 204"/>
                <a:gd name="T35" fmla="*/ 51 h 255"/>
                <a:gd name="T36" fmla="*/ 123 w 204"/>
                <a:gd name="T37" fmla="*/ 68 h 255"/>
                <a:gd name="T38" fmla="*/ 114 w 204"/>
                <a:gd name="T39" fmla="*/ 74 h 255"/>
                <a:gd name="T40" fmla="*/ 112 w 204"/>
                <a:gd name="T41" fmla="*/ 76 h 255"/>
                <a:gd name="T42" fmla="*/ 109 w 204"/>
                <a:gd name="T43" fmla="*/ 77 h 255"/>
                <a:gd name="T44" fmla="*/ 104 w 204"/>
                <a:gd name="T45" fmla="*/ 79 h 255"/>
                <a:gd name="T46" fmla="*/ 87 w 204"/>
                <a:gd name="T47" fmla="*/ 91 h 255"/>
                <a:gd name="T48" fmla="*/ 74 w 204"/>
                <a:gd name="T49" fmla="*/ 108 h 255"/>
                <a:gd name="T50" fmla="*/ 61 w 204"/>
                <a:gd name="T51" fmla="*/ 125 h 255"/>
                <a:gd name="T52" fmla="*/ 45 w 204"/>
                <a:gd name="T53" fmla="*/ 140 h 255"/>
                <a:gd name="T54" fmla="*/ 28 w 204"/>
                <a:gd name="T55" fmla="*/ 153 h 255"/>
                <a:gd name="T56" fmla="*/ 16 w 204"/>
                <a:gd name="T57" fmla="*/ 171 h 255"/>
                <a:gd name="T58" fmla="*/ 4 w 204"/>
                <a:gd name="T59" fmla="*/ 212 h 255"/>
                <a:gd name="T60" fmla="*/ 1 w 204"/>
                <a:gd name="T61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04" h="255">
                  <a:moveTo>
                    <a:pt x="1" y="255"/>
                  </a:moveTo>
                  <a:cubicBezTo>
                    <a:pt x="0" y="240"/>
                    <a:pt x="0" y="226"/>
                    <a:pt x="2" y="212"/>
                  </a:cubicBezTo>
                  <a:cubicBezTo>
                    <a:pt x="4" y="197"/>
                    <a:pt x="8" y="183"/>
                    <a:pt x="14" y="170"/>
                  </a:cubicBezTo>
                  <a:cubicBezTo>
                    <a:pt x="17" y="163"/>
                    <a:pt x="21" y="157"/>
                    <a:pt x="26" y="152"/>
                  </a:cubicBezTo>
                  <a:cubicBezTo>
                    <a:pt x="31" y="146"/>
                    <a:pt x="38" y="142"/>
                    <a:pt x="43" y="138"/>
                  </a:cubicBezTo>
                  <a:cubicBezTo>
                    <a:pt x="49" y="134"/>
                    <a:pt x="54" y="129"/>
                    <a:pt x="59" y="123"/>
                  </a:cubicBezTo>
                  <a:cubicBezTo>
                    <a:pt x="64" y="118"/>
                    <a:pt x="68" y="112"/>
                    <a:pt x="72" y="106"/>
                  </a:cubicBezTo>
                  <a:cubicBezTo>
                    <a:pt x="76" y="100"/>
                    <a:pt x="80" y="94"/>
                    <a:pt x="85" y="89"/>
                  </a:cubicBezTo>
                  <a:cubicBezTo>
                    <a:pt x="90" y="83"/>
                    <a:pt x="96" y="79"/>
                    <a:pt x="103" y="77"/>
                  </a:cubicBezTo>
                  <a:cubicBezTo>
                    <a:pt x="105" y="76"/>
                    <a:pt x="107" y="75"/>
                    <a:pt x="108" y="75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13" y="72"/>
                    <a:pt x="113" y="72"/>
                    <a:pt x="113" y="72"/>
                  </a:cubicBezTo>
                  <a:cubicBezTo>
                    <a:pt x="116" y="70"/>
                    <a:pt x="118" y="68"/>
                    <a:pt x="121" y="66"/>
                  </a:cubicBezTo>
                  <a:cubicBezTo>
                    <a:pt x="126" y="61"/>
                    <a:pt x="131" y="55"/>
                    <a:pt x="135" y="50"/>
                  </a:cubicBezTo>
                  <a:cubicBezTo>
                    <a:pt x="144" y="39"/>
                    <a:pt x="153" y="27"/>
                    <a:pt x="165" y="18"/>
                  </a:cubicBezTo>
                  <a:cubicBezTo>
                    <a:pt x="176" y="9"/>
                    <a:pt x="190" y="3"/>
                    <a:pt x="204" y="0"/>
                  </a:cubicBezTo>
                  <a:cubicBezTo>
                    <a:pt x="190" y="3"/>
                    <a:pt x="177" y="10"/>
                    <a:pt x="166" y="19"/>
                  </a:cubicBezTo>
                  <a:cubicBezTo>
                    <a:pt x="155" y="28"/>
                    <a:pt x="146" y="40"/>
                    <a:pt x="137" y="51"/>
                  </a:cubicBezTo>
                  <a:cubicBezTo>
                    <a:pt x="133" y="57"/>
                    <a:pt x="128" y="63"/>
                    <a:pt x="123" y="68"/>
                  </a:cubicBezTo>
                  <a:cubicBezTo>
                    <a:pt x="120" y="70"/>
                    <a:pt x="117" y="73"/>
                    <a:pt x="114" y="74"/>
                  </a:cubicBezTo>
                  <a:cubicBezTo>
                    <a:pt x="112" y="76"/>
                    <a:pt x="112" y="76"/>
                    <a:pt x="112" y="76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108" y="78"/>
                    <a:pt x="106" y="79"/>
                    <a:pt x="104" y="79"/>
                  </a:cubicBezTo>
                  <a:cubicBezTo>
                    <a:pt x="98" y="82"/>
                    <a:pt x="92" y="86"/>
                    <a:pt x="87" y="91"/>
                  </a:cubicBezTo>
                  <a:cubicBezTo>
                    <a:pt x="82" y="96"/>
                    <a:pt x="78" y="102"/>
                    <a:pt x="74" y="108"/>
                  </a:cubicBezTo>
                  <a:cubicBezTo>
                    <a:pt x="70" y="114"/>
                    <a:pt x="66" y="120"/>
                    <a:pt x="61" y="125"/>
                  </a:cubicBezTo>
                  <a:cubicBezTo>
                    <a:pt x="56" y="131"/>
                    <a:pt x="51" y="136"/>
                    <a:pt x="45" y="140"/>
                  </a:cubicBezTo>
                  <a:cubicBezTo>
                    <a:pt x="39" y="145"/>
                    <a:pt x="33" y="148"/>
                    <a:pt x="28" y="153"/>
                  </a:cubicBezTo>
                  <a:cubicBezTo>
                    <a:pt x="23" y="159"/>
                    <a:pt x="19" y="165"/>
                    <a:pt x="16" y="171"/>
                  </a:cubicBezTo>
                  <a:cubicBezTo>
                    <a:pt x="10" y="184"/>
                    <a:pt x="6" y="198"/>
                    <a:pt x="4" y="212"/>
                  </a:cubicBezTo>
                  <a:cubicBezTo>
                    <a:pt x="1" y="226"/>
                    <a:pt x="0" y="240"/>
                    <a:pt x="1" y="255"/>
                  </a:cubicBezTo>
                  <a:close/>
                </a:path>
              </a:pathLst>
            </a:custGeom>
            <a:solidFill>
              <a:srgbClr val="947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îṩľïḑe"/>
            <p:cNvSpPr/>
            <p:nvPr/>
          </p:nvSpPr>
          <p:spPr bwMode="auto">
            <a:xfrm>
              <a:off x="3712579" y="2812311"/>
              <a:ext cx="990513" cy="1371479"/>
            </a:xfrm>
            <a:custGeom>
              <a:avLst/>
              <a:gdLst>
                <a:gd name="T0" fmla="*/ 186 w 200"/>
                <a:gd name="T1" fmla="*/ 277 h 277"/>
                <a:gd name="T2" fmla="*/ 52 w 200"/>
                <a:gd name="T3" fmla="*/ 206 h 277"/>
                <a:gd name="T4" fmla="*/ 20 w 200"/>
                <a:gd name="T5" fmla="*/ 56 h 277"/>
                <a:gd name="T6" fmla="*/ 26 w 200"/>
                <a:gd name="T7" fmla="*/ 4 h 277"/>
                <a:gd name="T8" fmla="*/ 95 w 200"/>
                <a:gd name="T9" fmla="*/ 90 h 277"/>
                <a:gd name="T10" fmla="*/ 186 w 200"/>
                <a:gd name="T11" fmla="*/ 27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0" h="277">
                  <a:moveTo>
                    <a:pt x="186" y="277"/>
                  </a:moveTo>
                  <a:cubicBezTo>
                    <a:pt x="186" y="277"/>
                    <a:pt x="86" y="276"/>
                    <a:pt x="52" y="206"/>
                  </a:cubicBezTo>
                  <a:cubicBezTo>
                    <a:pt x="18" y="135"/>
                    <a:pt x="39" y="92"/>
                    <a:pt x="20" y="56"/>
                  </a:cubicBezTo>
                  <a:cubicBezTo>
                    <a:pt x="0" y="21"/>
                    <a:pt x="11" y="7"/>
                    <a:pt x="26" y="4"/>
                  </a:cubicBezTo>
                  <a:cubicBezTo>
                    <a:pt x="42" y="0"/>
                    <a:pt x="76" y="69"/>
                    <a:pt x="95" y="90"/>
                  </a:cubicBezTo>
                  <a:cubicBezTo>
                    <a:pt x="115" y="112"/>
                    <a:pt x="200" y="157"/>
                    <a:pt x="186" y="277"/>
                  </a:cubicBezTo>
                  <a:close/>
                </a:path>
              </a:pathLst>
            </a:custGeom>
            <a:solidFill>
              <a:srgbClr val="561F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îšḻïde"/>
            <p:cNvSpPr/>
            <p:nvPr/>
          </p:nvSpPr>
          <p:spPr bwMode="auto">
            <a:xfrm>
              <a:off x="3841155" y="2833741"/>
              <a:ext cx="792887" cy="1350050"/>
            </a:xfrm>
            <a:custGeom>
              <a:avLst/>
              <a:gdLst>
                <a:gd name="T0" fmla="*/ 0 w 160"/>
                <a:gd name="T1" fmla="*/ 0 h 273"/>
                <a:gd name="T2" fmla="*/ 18 w 160"/>
                <a:gd name="T3" fmla="*/ 36 h 273"/>
                <a:gd name="T4" fmla="*/ 35 w 160"/>
                <a:gd name="T5" fmla="*/ 72 h 273"/>
                <a:gd name="T6" fmla="*/ 53 w 160"/>
                <a:gd name="T7" fmla="*/ 108 h 273"/>
                <a:gd name="T8" fmla="*/ 77 w 160"/>
                <a:gd name="T9" fmla="*/ 139 h 273"/>
                <a:gd name="T10" fmla="*/ 104 w 160"/>
                <a:gd name="T11" fmla="*/ 169 h 273"/>
                <a:gd name="T12" fmla="*/ 130 w 160"/>
                <a:gd name="T13" fmla="*/ 199 h 273"/>
                <a:gd name="T14" fmla="*/ 149 w 160"/>
                <a:gd name="T15" fmla="*/ 234 h 273"/>
                <a:gd name="T16" fmla="*/ 160 w 160"/>
                <a:gd name="T17" fmla="*/ 273 h 273"/>
                <a:gd name="T18" fmla="*/ 148 w 160"/>
                <a:gd name="T19" fmla="*/ 235 h 273"/>
                <a:gd name="T20" fmla="*/ 139 w 160"/>
                <a:gd name="T21" fmla="*/ 217 h 273"/>
                <a:gd name="T22" fmla="*/ 129 w 160"/>
                <a:gd name="T23" fmla="*/ 200 h 273"/>
                <a:gd name="T24" fmla="*/ 75 w 160"/>
                <a:gd name="T25" fmla="*/ 141 h 273"/>
                <a:gd name="T26" fmla="*/ 50 w 160"/>
                <a:gd name="T27" fmla="*/ 109 h 273"/>
                <a:gd name="T28" fmla="*/ 45 w 160"/>
                <a:gd name="T29" fmla="*/ 100 h 273"/>
                <a:gd name="T30" fmla="*/ 41 w 160"/>
                <a:gd name="T31" fmla="*/ 91 h 273"/>
                <a:gd name="T32" fmla="*/ 33 w 160"/>
                <a:gd name="T33" fmla="*/ 73 h 273"/>
                <a:gd name="T34" fmla="*/ 16 w 160"/>
                <a:gd name="T35" fmla="*/ 36 h 273"/>
                <a:gd name="T36" fmla="*/ 0 w 160"/>
                <a:gd name="T37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273">
                  <a:moveTo>
                    <a:pt x="0" y="0"/>
                  </a:moveTo>
                  <a:cubicBezTo>
                    <a:pt x="18" y="36"/>
                    <a:pt x="18" y="36"/>
                    <a:pt x="18" y="36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40" y="84"/>
                    <a:pt x="45" y="97"/>
                    <a:pt x="53" y="108"/>
                  </a:cubicBezTo>
                  <a:cubicBezTo>
                    <a:pt x="60" y="119"/>
                    <a:pt x="68" y="129"/>
                    <a:pt x="77" y="139"/>
                  </a:cubicBezTo>
                  <a:cubicBezTo>
                    <a:pt x="86" y="149"/>
                    <a:pt x="95" y="159"/>
                    <a:pt x="104" y="169"/>
                  </a:cubicBezTo>
                  <a:cubicBezTo>
                    <a:pt x="113" y="178"/>
                    <a:pt x="122" y="188"/>
                    <a:pt x="130" y="199"/>
                  </a:cubicBezTo>
                  <a:cubicBezTo>
                    <a:pt x="139" y="210"/>
                    <a:pt x="145" y="222"/>
                    <a:pt x="149" y="234"/>
                  </a:cubicBezTo>
                  <a:cubicBezTo>
                    <a:pt x="154" y="247"/>
                    <a:pt x="158" y="260"/>
                    <a:pt x="160" y="273"/>
                  </a:cubicBezTo>
                  <a:cubicBezTo>
                    <a:pt x="157" y="260"/>
                    <a:pt x="153" y="247"/>
                    <a:pt x="148" y="235"/>
                  </a:cubicBezTo>
                  <a:cubicBezTo>
                    <a:pt x="145" y="229"/>
                    <a:pt x="143" y="223"/>
                    <a:pt x="139" y="217"/>
                  </a:cubicBezTo>
                  <a:cubicBezTo>
                    <a:pt x="136" y="211"/>
                    <a:pt x="133" y="205"/>
                    <a:pt x="129" y="200"/>
                  </a:cubicBezTo>
                  <a:cubicBezTo>
                    <a:pt x="112" y="180"/>
                    <a:pt x="92" y="161"/>
                    <a:pt x="75" y="141"/>
                  </a:cubicBezTo>
                  <a:cubicBezTo>
                    <a:pt x="66" y="131"/>
                    <a:pt x="58" y="120"/>
                    <a:pt x="50" y="109"/>
                  </a:cubicBezTo>
                  <a:cubicBezTo>
                    <a:pt x="48" y="106"/>
                    <a:pt x="47" y="103"/>
                    <a:pt x="45" y="100"/>
                  </a:cubicBezTo>
                  <a:cubicBezTo>
                    <a:pt x="44" y="97"/>
                    <a:pt x="42" y="94"/>
                    <a:pt x="41" y="91"/>
                  </a:cubicBezTo>
                  <a:cubicBezTo>
                    <a:pt x="33" y="73"/>
                    <a:pt x="33" y="73"/>
                    <a:pt x="33" y="73"/>
                  </a:cubicBezTo>
                  <a:cubicBezTo>
                    <a:pt x="16" y="36"/>
                    <a:pt x="16" y="36"/>
                    <a:pt x="16" y="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47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6" name="isļîďe"/>
            <p:cNvSpPr/>
            <p:nvPr/>
          </p:nvSpPr>
          <p:spPr bwMode="auto">
            <a:xfrm>
              <a:off x="3776866" y="3021843"/>
              <a:ext cx="242866" cy="197627"/>
            </a:xfrm>
            <a:custGeom>
              <a:avLst/>
              <a:gdLst>
                <a:gd name="T0" fmla="*/ 0 w 49"/>
                <a:gd name="T1" fmla="*/ 0 h 40"/>
                <a:gd name="T2" fmla="*/ 24 w 49"/>
                <a:gd name="T3" fmla="*/ 20 h 40"/>
                <a:gd name="T4" fmla="*/ 36 w 49"/>
                <a:gd name="T5" fmla="*/ 30 h 40"/>
                <a:gd name="T6" fmla="*/ 49 w 49"/>
                <a:gd name="T7" fmla="*/ 40 h 40"/>
                <a:gd name="T8" fmla="*/ 35 w 49"/>
                <a:gd name="T9" fmla="*/ 32 h 40"/>
                <a:gd name="T10" fmla="*/ 22 w 49"/>
                <a:gd name="T11" fmla="*/ 23 h 40"/>
                <a:gd name="T12" fmla="*/ 10 w 49"/>
                <a:gd name="T13" fmla="*/ 12 h 40"/>
                <a:gd name="T14" fmla="*/ 0 w 49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40">
                  <a:moveTo>
                    <a:pt x="0" y="0"/>
                  </a:moveTo>
                  <a:cubicBezTo>
                    <a:pt x="24" y="20"/>
                    <a:pt x="24" y="20"/>
                    <a:pt x="24" y="20"/>
                  </a:cubicBezTo>
                  <a:cubicBezTo>
                    <a:pt x="28" y="24"/>
                    <a:pt x="32" y="27"/>
                    <a:pt x="36" y="30"/>
                  </a:cubicBezTo>
                  <a:cubicBezTo>
                    <a:pt x="40" y="33"/>
                    <a:pt x="45" y="37"/>
                    <a:pt x="49" y="40"/>
                  </a:cubicBezTo>
                  <a:cubicBezTo>
                    <a:pt x="44" y="38"/>
                    <a:pt x="39" y="35"/>
                    <a:pt x="35" y="32"/>
                  </a:cubicBezTo>
                  <a:cubicBezTo>
                    <a:pt x="30" y="29"/>
                    <a:pt x="26" y="26"/>
                    <a:pt x="22" y="23"/>
                  </a:cubicBezTo>
                  <a:cubicBezTo>
                    <a:pt x="18" y="19"/>
                    <a:pt x="14" y="15"/>
                    <a:pt x="10" y="12"/>
                  </a:cubicBezTo>
                  <a:cubicBezTo>
                    <a:pt x="7" y="8"/>
                    <a:pt x="3" y="4"/>
                    <a:pt x="0" y="0"/>
                  </a:cubicBezTo>
                  <a:close/>
                </a:path>
              </a:pathLst>
            </a:custGeom>
            <a:solidFill>
              <a:srgbClr val="947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7" name="ïSḻíďé"/>
            <p:cNvSpPr/>
            <p:nvPr/>
          </p:nvSpPr>
          <p:spPr bwMode="auto">
            <a:xfrm>
              <a:off x="4069735" y="3095656"/>
              <a:ext cx="97623" cy="371442"/>
            </a:xfrm>
            <a:custGeom>
              <a:avLst/>
              <a:gdLst>
                <a:gd name="T0" fmla="*/ 0 w 20"/>
                <a:gd name="T1" fmla="*/ 0 h 75"/>
                <a:gd name="T2" fmla="*/ 8 w 20"/>
                <a:gd name="T3" fmla="*/ 18 h 75"/>
                <a:gd name="T4" fmla="*/ 14 w 20"/>
                <a:gd name="T5" fmla="*/ 37 h 75"/>
                <a:gd name="T6" fmla="*/ 18 w 20"/>
                <a:gd name="T7" fmla="*/ 56 h 75"/>
                <a:gd name="T8" fmla="*/ 19 w 20"/>
                <a:gd name="T9" fmla="*/ 75 h 75"/>
                <a:gd name="T10" fmla="*/ 16 w 20"/>
                <a:gd name="T11" fmla="*/ 56 h 75"/>
                <a:gd name="T12" fmla="*/ 11 w 20"/>
                <a:gd name="T13" fmla="*/ 37 h 75"/>
                <a:gd name="T14" fmla="*/ 0 w 20"/>
                <a:gd name="T1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75">
                  <a:moveTo>
                    <a:pt x="0" y="0"/>
                  </a:moveTo>
                  <a:cubicBezTo>
                    <a:pt x="3" y="6"/>
                    <a:pt x="5" y="12"/>
                    <a:pt x="8" y="18"/>
                  </a:cubicBezTo>
                  <a:cubicBezTo>
                    <a:pt x="10" y="24"/>
                    <a:pt x="12" y="30"/>
                    <a:pt x="14" y="37"/>
                  </a:cubicBezTo>
                  <a:cubicBezTo>
                    <a:pt x="15" y="43"/>
                    <a:pt x="17" y="49"/>
                    <a:pt x="18" y="56"/>
                  </a:cubicBezTo>
                  <a:cubicBezTo>
                    <a:pt x="19" y="62"/>
                    <a:pt x="20" y="68"/>
                    <a:pt x="19" y="75"/>
                  </a:cubicBezTo>
                  <a:cubicBezTo>
                    <a:pt x="19" y="68"/>
                    <a:pt x="17" y="62"/>
                    <a:pt x="16" y="56"/>
                  </a:cubicBezTo>
                  <a:cubicBezTo>
                    <a:pt x="14" y="50"/>
                    <a:pt x="13" y="44"/>
                    <a:pt x="11" y="3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47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8" name="îṣ1ídè"/>
            <p:cNvSpPr/>
            <p:nvPr/>
          </p:nvSpPr>
          <p:spPr bwMode="auto">
            <a:xfrm>
              <a:off x="3886394" y="3579006"/>
              <a:ext cx="519067" cy="154768"/>
            </a:xfrm>
            <a:custGeom>
              <a:avLst/>
              <a:gdLst>
                <a:gd name="T0" fmla="*/ 0 w 105"/>
                <a:gd name="T1" fmla="*/ 0 h 31"/>
                <a:gd name="T2" fmla="*/ 25 w 105"/>
                <a:gd name="T3" fmla="*/ 11 h 31"/>
                <a:gd name="T4" fmla="*/ 51 w 105"/>
                <a:gd name="T5" fmla="*/ 21 h 31"/>
                <a:gd name="T6" fmla="*/ 78 w 105"/>
                <a:gd name="T7" fmla="*/ 28 h 31"/>
                <a:gd name="T8" fmla="*/ 105 w 105"/>
                <a:gd name="T9" fmla="*/ 31 h 31"/>
                <a:gd name="T10" fmla="*/ 77 w 105"/>
                <a:gd name="T11" fmla="*/ 30 h 31"/>
                <a:gd name="T12" fmla="*/ 50 w 105"/>
                <a:gd name="T13" fmla="*/ 24 h 31"/>
                <a:gd name="T14" fmla="*/ 24 w 105"/>
                <a:gd name="T15" fmla="*/ 13 h 31"/>
                <a:gd name="T16" fmla="*/ 0 w 105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" h="31">
                  <a:moveTo>
                    <a:pt x="0" y="0"/>
                  </a:moveTo>
                  <a:cubicBezTo>
                    <a:pt x="8" y="4"/>
                    <a:pt x="17" y="8"/>
                    <a:pt x="25" y="11"/>
                  </a:cubicBezTo>
                  <a:cubicBezTo>
                    <a:pt x="34" y="15"/>
                    <a:pt x="42" y="18"/>
                    <a:pt x="51" y="21"/>
                  </a:cubicBezTo>
                  <a:cubicBezTo>
                    <a:pt x="60" y="24"/>
                    <a:pt x="69" y="26"/>
                    <a:pt x="78" y="28"/>
                  </a:cubicBezTo>
                  <a:cubicBezTo>
                    <a:pt x="87" y="29"/>
                    <a:pt x="96" y="30"/>
                    <a:pt x="105" y="31"/>
                  </a:cubicBezTo>
                  <a:cubicBezTo>
                    <a:pt x="96" y="31"/>
                    <a:pt x="86" y="31"/>
                    <a:pt x="77" y="30"/>
                  </a:cubicBezTo>
                  <a:cubicBezTo>
                    <a:pt x="68" y="28"/>
                    <a:pt x="59" y="26"/>
                    <a:pt x="50" y="24"/>
                  </a:cubicBezTo>
                  <a:cubicBezTo>
                    <a:pt x="41" y="21"/>
                    <a:pt x="33" y="17"/>
                    <a:pt x="24" y="13"/>
                  </a:cubicBezTo>
                  <a:cubicBezTo>
                    <a:pt x="16" y="9"/>
                    <a:pt x="8" y="5"/>
                    <a:pt x="0" y="0"/>
                  </a:cubicBezTo>
                  <a:close/>
                </a:path>
              </a:pathLst>
            </a:custGeom>
            <a:solidFill>
              <a:srgbClr val="947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9" name="ï$ḻíḑe"/>
            <p:cNvSpPr/>
            <p:nvPr/>
          </p:nvSpPr>
          <p:spPr bwMode="auto">
            <a:xfrm>
              <a:off x="4469750" y="3536147"/>
              <a:ext cx="95242" cy="419063"/>
            </a:xfrm>
            <a:custGeom>
              <a:avLst/>
              <a:gdLst>
                <a:gd name="T0" fmla="*/ 0 w 19"/>
                <a:gd name="T1" fmla="*/ 0 h 85"/>
                <a:gd name="T2" fmla="*/ 8 w 19"/>
                <a:gd name="T3" fmla="*/ 20 h 85"/>
                <a:gd name="T4" fmla="*/ 14 w 19"/>
                <a:gd name="T5" fmla="*/ 41 h 85"/>
                <a:gd name="T6" fmla="*/ 18 w 19"/>
                <a:gd name="T7" fmla="*/ 63 h 85"/>
                <a:gd name="T8" fmla="*/ 18 w 19"/>
                <a:gd name="T9" fmla="*/ 85 h 85"/>
                <a:gd name="T10" fmla="*/ 16 w 19"/>
                <a:gd name="T11" fmla="*/ 63 h 85"/>
                <a:gd name="T12" fmla="*/ 11 w 19"/>
                <a:gd name="T13" fmla="*/ 42 h 85"/>
                <a:gd name="T14" fmla="*/ 6 w 19"/>
                <a:gd name="T15" fmla="*/ 21 h 85"/>
                <a:gd name="T16" fmla="*/ 0 w 19"/>
                <a:gd name="T17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85">
                  <a:moveTo>
                    <a:pt x="0" y="0"/>
                  </a:moveTo>
                  <a:cubicBezTo>
                    <a:pt x="3" y="7"/>
                    <a:pt x="6" y="13"/>
                    <a:pt x="8" y="20"/>
                  </a:cubicBezTo>
                  <a:cubicBezTo>
                    <a:pt x="10" y="27"/>
                    <a:pt x="12" y="34"/>
                    <a:pt x="14" y="41"/>
                  </a:cubicBezTo>
                  <a:cubicBezTo>
                    <a:pt x="16" y="49"/>
                    <a:pt x="17" y="56"/>
                    <a:pt x="18" y="63"/>
                  </a:cubicBezTo>
                  <a:cubicBezTo>
                    <a:pt x="19" y="70"/>
                    <a:pt x="19" y="78"/>
                    <a:pt x="18" y="85"/>
                  </a:cubicBezTo>
                  <a:cubicBezTo>
                    <a:pt x="18" y="78"/>
                    <a:pt x="17" y="71"/>
                    <a:pt x="16" y="63"/>
                  </a:cubicBezTo>
                  <a:cubicBezTo>
                    <a:pt x="14" y="56"/>
                    <a:pt x="13" y="49"/>
                    <a:pt x="11" y="42"/>
                  </a:cubicBezTo>
                  <a:cubicBezTo>
                    <a:pt x="9" y="35"/>
                    <a:pt x="8" y="28"/>
                    <a:pt x="6" y="21"/>
                  </a:cubicBezTo>
                  <a:cubicBezTo>
                    <a:pt x="4" y="14"/>
                    <a:pt x="2" y="7"/>
                    <a:pt x="0" y="0"/>
                  </a:cubicBezTo>
                  <a:close/>
                </a:path>
              </a:pathLst>
            </a:custGeom>
            <a:solidFill>
              <a:srgbClr val="947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0" name="iṣ1íďê"/>
            <p:cNvSpPr/>
            <p:nvPr/>
          </p:nvSpPr>
          <p:spPr bwMode="auto">
            <a:xfrm>
              <a:off x="4203073" y="3026605"/>
              <a:ext cx="321441" cy="1047657"/>
            </a:xfrm>
            <a:custGeom>
              <a:avLst/>
              <a:gdLst>
                <a:gd name="T0" fmla="*/ 63 w 65"/>
                <a:gd name="T1" fmla="*/ 212 h 212"/>
                <a:gd name="T2" fmla="*/ 61 w 65"/>
                <a:gd name="T3" fmla="*/ 184 h 212"/>
                <a:gd name="T4" fmla="*/ 56 w 65"/>
                <a:gd name="T5" fmla="*/ 156 h 212"/>
                <a:gd name="T6" fmla="*/ 47 w 65"/>
                <a:gd name="T7" fmla="*/ 130 h 212"/>
                <a:gd name="T8" fmla="*/ 35 w 65"/>
                <a:gd name="T9" fmla="*/ 105 h 212"/>
                <a:gd name="T10" fmla="*/ 22 w 65"/>
                <a:gd name="T11" fmla="*/ 80 h 212"/>
                <a:gd name="T12" fmla="*/ 8 w 65"/>
                <a:gd name="T13" fmla="*/ 55 h 212"/>
                <a:gd name="T14" fmla="*/ 1 w 65"/>
                <a:gd name="T15" fmla="*/ 28 h 212"/>
                <a:gd name="T16" fmla="*/ 4 w 65"/>
                <a:gd name="T17" fmla="*/ 0 h 212"/>
                <a:gd name="T18" fmla="*/ 3 w 65"/>
                <a:gd name="T19" fmla="*/ 28 h 212"/>
                <a:gd name="T20" fmla="*/ 11 w 65"/>
                <a:gd name="T21" fmla="*/ 54 h 212"/>
                <a:gd name="T22" fmla="*/ 39 w 65"/>
                <a:gd name="T23" fmla="*/ 103 h 212"/>
                <a:gd name="T24" fmla="*/ 50 w 65"/>
                <a:gd name="T25" fmla="*/ 128 h 212"/>
                <a:gd name="T26" fmla="*/ 58 w 65"/>
                <a:gd name="T27" fmla="*/ 156 h 212"/>
                <a:gd name="T28" fmla="*/ 63 w 65"/>
                <a:gd name="T29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212">
                  <a:moveTo>
                    <a:pt x="63" y="212"/>
                  </a:moveTo>
                  <a:cubicBezTo>
                    <a:pt x="63" y="202"/>
                    <a:pt x="62" y="193"/>
                    <a:pt x="61" y="184"/>
                  </a:cubicBezTo>
                  <a:cubicBezTo>
                    <a:pt x="60" y="174"/>
                    <a:pt x="58" y="165"/>
                    <a:pt x="56" y="156"/>
                  </a:cubicBezTo>
                  <a:cubicBezTo>
                    <a:pt x="53" y="147"/>
                    <a:pt x="50" y="138"/>
                    <a:pt x="47" y="130"/>
                  </a:cubicBezTo>
                  <a:cubicBezTo>
                    <a:pt x="43" y="121"/>
                    <a:pt x="40" y="113"/>
                    <a:pt x="35" y="105"/>
                  </a:cubicBezTo>
                  <a:cubicBezTo>
                    <a:pt x="31" y="96"/>
                    <a:pt x="26" y="88"/>
                    <a:pt x="22" y="80"/>
                  </a:cubicBezTo>
                  <a:cubicBezTo>
                    <a:pt x="17" y="72"/>
                    <a:pt x="12" y="64"/>
                    <a:pt x="8" y="55"/>
                  </a:cubicBezTo>
                  <a:cubicBezTo>
                    <a:pt x="5" y="46"/>
                    <a:pt x="1" y="37"/>
                    <a:pt x="1" y="28"/>
                  </a:cubicBezTo>
                  <a:cubicBezTo>
                    <a:pt x="0" y="18"/>
                    <a:pt x="1" y="9"/>
                    <a:pt x="4" y="0"/>
                  </a:cubicBezTo>
                  <a:cubicBezTo>
                    <a:pt x="2" y="9"/>
                    <a:pt x="1" y="18"/>
                    <a:pt x="3" y="28"/>
                  </a:cubicBezTo>
                  <a:cubicBezTo>
                    <a:pt x="4" y="37"/>
                    <a:pt x="7" y="45"/>
                    <a:pt x="11" y="54"/>
                  </a:cubicBezTo>
                  <a:cubicBezTo>
                    <a:pt x="20" y="70"/>
                    <a:pt x="30" y="86"/>
                    <a:pt x="39" y="103"/>
                  </a:cubicBezTo>
                  <a:cubicBezTo>
                    <a:pt x="43" y="111"/>
                    <a:pt x="47" y="120"/>
                    <a:pt x="50" y="128"/>
                  </a:cubicBezTo>
                  <a:cubicBezTo>
                    <a:pt x="54" y="137"/>
                    <a:pt x="56" y="146"/>
                    <a:pt x="58" y="156"/>
                  </a:cubicBezTo>
                  <a:cubicBezTo>
                    <a:pt x="62" y="174"/>
                    <a:pt x="65" y="193"/>
                    <a:pt x="63" y="212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1" name="ïş1íḍê"/>
            <p:cNvSpPr/>
            <p:nvPr/>
          </p:nvSpPr>
          <p:spPr bwMode="auto">
            <a:xfrm>
              <a:off x="4350698" y="3738536"/>
              <a:ext cx="145244" cy="169055"/>
            </a:xfrm>
            <a:custGeom>
              <a:avLst/>
              <a:gdLst>
                <a:gd name="T0" fmla="*/ 29 w 29"/>
                <a:gd name="T1" fmla="*/ 29 h 34"/>
                <a:gd name="T2" fmla="*/ 5 w 29"/>
                <a:gd name="T3" fmla="*/ 19 h 34"/>
                <a:gd name="T4" fmla="*/ 29 w 29"/>
                <a:gd name="T5" fmla="*/ 2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34">
                  <a:moveTo>
                    <a:pt x="29" y="29"/>
                  </a:moveTo>
                  <a:cubicBezTo>
                    <a:pt x="29" y="29"/>
                    <a:pt x="9" y="34"/>
                    <a:pt x="5" y="19"/>
                  </a:cubicBezTo>
                  <a:cubicBezTo>
                    <a:pt x="0" y="3"/>
                    <a:pt x="24" y="0"/>
                    <a:pt x="29" y="29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2" name="iśḻîdé"/>
            <p:cNvSpPr/>
            <p:nvPr/>
          </p:nvSpPr>
          <p:spPr bwMode="auto">
            <a:xfrm>
              <a:off x="4262598" y="3495670"/>
              <a:ext cx="164293" cy="173817"/>
            </a:xfrm>
            <a:custGeom>
              <a:avLst/>
              <a:gdLst>
                <a:gd name="T0" fmla="*/ 33 w 33"/>
                <a:gd name="T1" fmla="*/ 27 h 35"/>
                <a:gd name="T2" fmla="*/ 7 w 33"/>
                <a:gd name="T3" fmla="*/ 21 h 35"/>
                <a:gd name="T4" fmla="*/ 33 w 33"/>
                <a:gd name="T5" fmla="*/ 2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35">
                  <a:moveTo>
                    <a:pt x="33" y="27"/>
                  </a:moveTo>
                  <a:cubicBezTo>
                    <a:pt x="33" y="27"/>
                    <a:pt x="15" y="35"/>
                    <a:pt x="7" y="21"/>
                  </a:cubicBezTo>
                  <a:cubicBezTo>
                    <a:pt x="0" y="7"/>
                    <a:pt x="24" y="0"/>
                    <a:pt x="33" y="27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3" name="íṡļîḋe"/>
            <p:cNvSpPr/>
            <p:nvPr/>
          </p:nvSpPr>
          <p:spPr bwMode="auto">
            <a:xfrm>
              <a:off x="4103070" y="3198040"/>
              <a:ext cx="164293" cy="178579"/>
            </a:xfrm>
            <a:custGeom>
              <a:avLst/>
              <a:gdLst>
                <a:gd name="T0" fmla="*/ 33 w 33"/>
                <a:gd name="T1" fmla="*/ 27 h 36"/>
                <a:gd name="T2" fmla="*/ 7 w 33"/>
                <a:gd name="T3" fmla="*/ 21 h 36"/>
                <a:gd name="T4" fmla="*/ 33 w 33"/>
                <a:gd name="T5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36">
                  <a:moveTo>
                    <a:pt x="33" y="27"/>
                  </a:moveTo>
                  <a:cubicBezTo>
                    <a:pt x="33" y="27"/>
                    <a:pt x="14" y="36"/>
                    <a:pt x="7" y="21"/>
                  </a:cubicBezTo>
                  <a:cubicBezTo>
                    <a:pt x="0" y="7"/>
                    <a:pt x="23" y="0"/>
                    <a:pt x="33" y="27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4" name="iṡḻîdê"/>
            <p:cNvSpPr/>
            <p:nvPr/>
          </p:nvSpPr>
          <p:spPr bwMode="auto">
            <a:xfrm>
              <a:off x="4450701" y="3674248"/>
              <a:ext cx="154768" cy="183341"/>
            </a:xfrm>
            <a:custGeom>
              <a:avLst/>
              <a:gdLst>
                <a:gd name="T0" fmla="*/ 12 w 31"/>
                <a:gd name="T1" fmla="*/ 37 h 37"/>
                <a:gd name="T2" fmla="*/ 26 w 31"/>
                <a:gd name="T3" fmla="*/ 15 h 37"/>
                <a:gd name="T4" fmla="*/ 12 w 31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37">
                  <a:moveTo>
                    <a:pt x="12" y="37"/>
                  </a:moveTo>
                  <a:cubicBezTo>
                    <a:pt x="12" y="37"/>
                    <a:pt x="31" y="30"/>
                    <a:pt x="26" y="15"/>
                  </a:cubicBezTo>
                  <a:cubicBezTo>
                    <a:pt x="21" y="0"/>
                    <a:pt x="0" y="11"/>
                    <a:pt x="12" y="37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5" name="iṣľîḍè"/>
            <p:cNvSpPr/>
            <p:nvPr/>
          </p:nvSpPr>
          <p:spPr bwMode="auto">
            <a:xfrm>
              <a:off x="4341174" y="3367094"/>
              <a:ext cx="154768" cy="188103"/>
            </a:xfrm>
            <a:custGeom>
              <a:avLst/>
              <a:gdLst>
                <a:gd name="T0" fmla="*/ 11 w 31"/>
                <a:gd name="T1" fmla="*/ 38 h 38"/>
                <a:gd name="T2" fmla="*/ 26 w 31"/>
                <a:gd name="T3" fmla="*/ 15 h 38"/>
                <a:gd name="T4" fmla="*/ 11 w 3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38">
                  <a:moveTo>
                    <a:pt x="11" y="38"/>
                  </a:moveTo>
                  <a:cubicBezTo>
                    <a:pt x="11" y="38"/>
                    <a:pt x="31" y="31"/>
                    <a:pt x="26" y="15"/>
                  </a:cubicBezTo>
                  <a:cubicBezTo>
                    <a:pt x="21" y="0"/>
                    <a:pt x="0" y="11"/>
                    <a:pt x="11" y="38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6" name="iṩliḑe"/>
            <p:cNvSpPr/>
            <p:nvPr/>
          </p:nvSpPr>
          <p:spPr bwMode="auto">
            <a:xfrm>
              <a:off x="4212597" y="3059939"/>
              <a:ext cx="119052" cy="164292"/>
            </a:xfrm>
            <a:custGeom>
              <a:avLst/>
              <a:gdLst>
                <a:gd name="T0" fmla="*/ 4 w 24"/>
                <a:gd name="T1" fmla="*/ 33 h 33"/>
                <a:gd name="T2" fmla="*/ 24 w 24"/>
                <a:gd name="T3" fmla="*/ 16 h 33"/>
                <a:gd name="T4" fmla="*/ 4 w 24"/>
                <a:gd name="T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33">
                  <a:moveTo>
                    <a:pt x="4" y="33"/>
                  </a:moveTo>
                  <a:cubicBezTo>
                    <a:pt x="4" y="33"/>
                    <a:pt x="24" y="32"/>
                    <a:pt x="24" y="16"/>
                  </a:cubicBezTo>
                  <a:cubicBezTo>
                    <a:pt x="24" y="0"/>
                    <a:pt x="0" y="5"/>
                    <a:pt x="4" y="33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7" name="îślidê"/>
            <p:cNvSpPr/>
            <p:nvPr/>
          </p:nvSpPr>
          <p:spPr bwMode="auto">
            <a:xfrm>
              <a:off x="4193549" y="2876600"/>
              <a:ext cx="119052" cy="164292"/>
            </a:xfrm>
            <a:custGeom>
              <a:avLst/>
              <a:gdLst>
                <a:gd name="T0" fmla="*/ 4 w 24"/>
                <a:gd name="T1" fmla="*/ 33 h 33"/>
                <a:gd name="T2" fmla="*/ 24 w 24"/>
                <a:gd name="T3" fmla="*/ 16 h 33"/>
                <a:gd name="T4" fmla="*/ 4 w 24"/>
                <a:gd name="T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33">
                  <a:moveTo>
                    <a:pt x="4" y="33"/>
                  </a:moveTo>
                  <a:cubicBezTo>
                    <a:pt x="4" y="33"/>
                    <a:pt x="24" y="32"/>
                    <a:pt x="24" y="16"/>
                  </a:cubicBezTo>
                  <a:cubicBezTo>
                    <a:pt x="23" y="0"/>
                    <a:pt x="0" y="4"/>
                    <a:pt x="4" y="33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îslíde"/>
            <p:cNvSpPr/>
            <p:nvPr/>
          </p:nvSpPr>
          <p:spPr bwMode="auto">
            <a:xfrm>
              <a:off x="7112704" y="3026605"/>
              <a:ext cx="321441" cy="1047657"/>
            </a:xfrm>
            <a:custGeom>
              <a:avLst/>
              <a:gdLst>
                <a:gd name="T0" fmla="*/ 2 w 65"/>
                <a:gd name="T1" fmla="*/ 212 h 212"/>
                <a:gd name="T2" fmla="*/ 7 w 65"/>
                <a:gd name="T3" fmla="*/ 156 h 212"/>
                <a:gd name="T4" fmla="*/ 15 w 65"/>
                <a:gd name="T5" fmla="*/ 128 h 212"/>
                <a:gd name="T6" fmla="*/ 27 w 65"/>
                <a:gd name="T7" fmla="*/ 103 h 212"/>
                <a:gd name="T8" fmla="*/ 54 w 65"/>
                <a:gd name="T9" fmla="*/ 54 h 212"/>
                <a:gd name="T10" fmla="*/ 63 w 65"/>
                <a:gd name="T11" fmla="*/ 28 h 212"/>
                <a:gd name="T12" fmla="*/ 61 w 65"/>
                <a:gd name="T13" fmla="*/ 0 h 212"/>
                <a:gd name="T14" fmla="*/ 65 w 65"/>
                <a:gd name="T15" fmla="*/ 28 h 212"/>
                <a:gd name="T16" fmla="*/ 57 w 65"/>
                <a:gd name="T17" fmla="*/ 55 h 212"/>
                <a:gd name="T18" fmla="*/ 43 w 65"/>
                <a:gd name="T19" fmla="*/ 80 h 212"/>
                <a:gd name="T20" fmla="*/ 30 w 65"/>
                <a:gd name="T21" fmla="*/ 105 h 212"/>
                <a:gd name="T22" fmla="*/ 18 w 65"/>
                <a:gd name="T23" fmla="*/ 130 h 212"/>
                <a:gd name="T24" fmla="*/ 10 w 65"/>
                <a:gd name="T25" fmla="*/ 156 h 212"/>
                <a:gd name="T26" fmla="*/ 4 w 65"/>
                <a:gd name="T27" fmla="*/ 184 h 212"/>
                <a:gd name="T28" fmla="*/ 2 w 65"/>
                <a:gd name="T29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212">
                  <a:moveTo>
                    <a:pt x="2" y="212"/>
                  </a:moveTo>
                  <a:cubicBezTo>
                    <a:pt x="0" y="193"/>
                    <a:pt x="3" y="174"/>
                    <a:pt x="7" y="156"/>
                  </a:cubicBezTo>
                  <a:cubicBezTo>
                    <a:pt x="9" y="146"/>
                    <a:pt x="12" y="137"/>
                    <a:pt x="15" y="128"/>
                  </a:cubicBezTo>
                  <a:cubicBezTo>
                    <a:pt x="18" y="120"/>
                    <a:pt x="22" y="111"/>
                    <a:pt x="27" y="103"/>
                  </a:cubicBezTo>
                  <a:cubicBezTo>
                    <a:pt x="35" y="86"/>
                    <a:pt x="45" y="70"/>
                    <a:pt x="54" y="54"/>
                  </a:cubicBezTo>
                  <a:cubicBezTo>
                    <a:pt x="58" y="45"/>
                    <a:pt x="61" y="37"/>
                    <a:pt x="63" y="28"/>
                  </a:cubicBezTo>
                  <a:cubicBezTo>
                    <a:pt x="64" y="18"/>
                    <a:pt x="63" y="9"/>
                    <a:pt x="61" y="0"/>
                  </a:cubicBezTo>
                  <a:cubicBezTo>
                    <a:pt x="64" y="9"/>
                    <a:pt x="65" y="18"/>
                    <a:pt x="65" y="28"/>
                  </a:cubicBezTo>
                  <a:cubicBezTo>
                    <a:pt x="64" y="37"/>
                    <a:pt x="60" y="46"/>
                    <a:pt x="57" y="55"/>
                  </a:cubicBezTo>
                  <a:cubicBezTo>
                    <a:pt x="53" y="64"/>
                    <a:pt x="48" y="72"/>
                    <a:pt x="43" y="80"/>
                  </a:cubicBezTo>
                  <a:cubicBezTo>
                    <a:pt x="39" y="88"/>
                    <a:pt x="34" y="96"/>
                    <a:pt x="30" y="105"/>
                  </a:cubicBezTo>
                  <a:cubicBezTo>
                    <a:pt x="26" y="113"/>
                    <a:pt x="22" y="121"/>
                    <a:pt x="18" y="130"/>
                  </a:cubicBezTo>
                  <a:cubicBezTo>
                    <a:pt x="15" y="138"/>
                    <a:pt x="12" y="147"/>
                    <a:pt x="10" y="156"/>
                  </a:cubicBezTo>
                  <a:cubicBezTo>
                    <a:pt x="7" y="165"/>
                    <a:pt x="5" y="174"/>
                    <a:pt x="4" y="184"/>
                  </a:cubicBezTo>
                  <a:cubicBezTo>
                    <a:pt x="3" y="193"/>
                    <a:pt x="2" y="202"/>
                    <a:pt x="2" y="212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9" name="îṩľiḋé"/>
            <p:cNvSpPr/>
            <p:nvPr/>
          </p:nvSpPr>
          <p:spPr bwMode="auto">
            <a:xfrm>
              <a:off x="7141277" y="3738536"/>
              <a:ext cx="142862" cy="169055"/>
            </a:xfrm>
            <a:custGeom>
              <a:avLst/>
              <a:gdLst>
                <a:gd name="T0" fmla="*/ 0 w 29"/>
                <a:gd name="T1" fmla="*/ 29 h 34"/>
                <a:gd name="T2" fmla="*/ 24 w 29"/>
                <a:gd name="T3" fmla="*/ 19 h 34"/>
                <a:gd name="T4" fmla="*/ 0 w 29"/>
                <a:gd name="T5" fmla="*/ 2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34">
                  <a:moveTo>
                    <a:pt x="0" y="29"/>
                  </a:moveTo>
                  <a:cubicBezTo>
                    <a:pt x="0" y="29"/>
                    <a:pt x="20" y="34"/>
                    <a:pt x="24" y="19"/>
                  </a:cubicBezTo>
                  <a:cubicBezTo>
                    <a:pt x="29" y="3"/>
                    <a:pt x="5" y="0"/>
                    <a:pt x="0" y="29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0" name="ïśḷiḋé"/>
            <p:cNvSpPr/>
            <p:nvPr/>
          </p:nvSpPr>
          <p:spPr bwMode="auto">
            <a:xfrm>
              <a:off x="7210326" y="3495670"/>
              <a:ext cx="164293" cy="173817"/>
            </a:xfrm>
            <a:custGeom>
              <a:avLst/>
              <a:gdLst>
                <a:gd name="T0" fmla="*/ 0 w 33"/>
                <a:gd name="T1" fmla="*/ 27 h 35"/>
                <a:gd name="T2" fmla="*/ 26 w 33"/>
                <a:gd name="T3" fmla="*/ 21 h 35"/>
                <a:gd name="T4" fmla="*/ 0 w 33"/>
                <a:gd name="T5" fmla="*/ 2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35">
                  <a:moveTo>
                    <a:pt x="0" y="27"/>
                  </a:moveTo>
                  <a:cubicBezTo>
                    <a:pt x="0" y="27"/>
                    <a:pt x="19" y="35"/>
                    <a:pt x="26" y="21"/>
                  </a:cubicBezTo>
                  <a:cubicBezTo>
                    <a:pt x="33" y="7"/>
                    <a:pt x="10" y="0"/>
                    <a:pt x="0" y="27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1" name="íŝḻîḍé"/>
            <p:cNvSpPr/>
            <p:nvPr/>
          </p:nvSpPr>
          <p:spPr bwMode="auto">
            <a:xfrm>
              <a:off x="7369856" y="3198040"/>
              <a:ext cx="161911" cy="178579"/>
            </a:xfrm>
            <a:custGeom>
              <a:avLst/>
              <a:gdLst>
                <a:gd name="T0" fmla="*/ 0 w 33"/>
                <a:gd name="T1" fmla="*/ 27 h 36"/>
                <a:gd name="T2" fmla="*/ 26 w 33"/>
                <a:gd name="T3" fmla="*/ 21 h 36"/>
                <a:gd name="T4" fmla="*/ 0 w 33"/>
                <a:gd name="T5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36">
                  <a:moveTo>
                    <a:pt x="0" y="27"/>
                  </a:moveTo>
                  <a:cubicBezTo>
                    <a:pt x="0" y="27"/>
                    <a:pt x="19" y="36"/>
                    <a:pt x="26" y="21"/>
                  </a:cubicBezTo>
                  <a:cubicBezTo>
                    <a:pt x="33" y="7"/>
                    <a:pt x="10" y="0"/>
                    <a:pt x="0" y="27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2" name="íśḷíďê"/>
            <p:cNvSpPr/>
            <p:nvPr/>
          </p:nvSpPr>
          <p:spPr bwMode="auto">
            <a:xfrm>
              <a:off x="7036511" y="3674248"/>
              <a:ext cx="150006" cy="183341"/>
            </a:xfrm>
            <a:custGeom>
              <a:avLst/>
              <a:gdLst>
                <a:gd name="T0" fmla="*/ 19 w 30"/>
                <a:gd name="T1" fmla="*/ 37 h 37"/>
                <a:gd name="T2" fmla="*/ 4 w 30"/>
                <a:gd name="T3" fmla="*/ 15 h 37"/>
                <a:gd name="T4" fmla="*/ 19 w 30"/>
                <a:gd name="T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" h="37">
                  <a:moveTo>
                    <a:pt x="19" y="37"/>
                  </a:moveTo>
                  <a:cubicBezTo>
                    <a:pt x="19" y="37"/>
                    <a:pt x="0" y="30"/>
                    <a:pt x="4" y="15"/>
                  </a:cubicBezTo>
                  <a:cubicBezTo>
                    <a:pt x="9" y="0"/>
                    <a:pt x="30" y="11"/>
                    <a:pt x="19" y="37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3" name="ïSlidê"/>
            <p:cNvSpPr/>
            <p:nvPr/>
          </p:nvSpPr>
          <p:spPr bwMode="auto">
            <a:xfrm>
              <a:off x="7146039" y="3367094"/>
              <a:ext cx="154768" cy="188103"/>
            </a:xfrm>
            <a:custGeom>
              <a:avLst/>
              <a:gdLst>
                <a:gd name="T0" fmla="*/ 19 w 31"/>
                <a:gd name="T1" fmla="*/ 38 h 38"/>
                <a:gd name="T2" fmla="*/ 4 w 31"/>
                <a:gd name="T3" fmla="*/ 15 h 38"/>
                <a:gd name="T4" fmla="*/ 19 w 31"/>
                <a:gd name="T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38">
                  <a:moveTo>
                    <a:pt x="19" y="38"/>
                  </a:moveTo>
                  <a:cubicBezTo>
                    <a:pt x="19" y="38"/>
                    <a:pt x="0" y="31"/>
                    <a:pt x="4" y="15"/>
                  </a:cubicBezTo>
                  <a:cubicBezTo>
                    <a:pt x="9" y="0"/>
                    <a:pt x="31" y="11"/>
                    <a:pt x="19" y="38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4" name="îṧľidê"/>
            <p:cNvSpPr/>
            <p:nvPr/>
          </p:nvSpPr>
          <p:spPr bwMode="auto">
            <a:xfrm>
              <a:off x="7305568" y="3059939"/>
              <a:ext cx="119052" cy="164292"/>
            </a:xfrm>
            <a:custGeom>
              <a:avLst/>
              <a:gdLst>
                <a:gd name="T0" fmla="*/ 20 w 24"/>
                <a:gd name="T1" fmla="*/ 33 h 33"/>
                <a:gd name="T2" fmla="*/ 0 w 24"/>
                <a:gd name="T3" fmla="*/ 16 h 33"/>
                <a:gd name="T4" fmla="*/ 20 w 24"/>
                <a:gd name="T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33">
                  <a:moveTo>
                    <a:pt x="20" y="33"/>
                  </a:moveTo>
                  <a:cubicBezTo>
                    <a:pt x="20" y="33"/>
                    <a:pt x="0" y="32"/>
                    <a:pt x="0" y="16"/>
                  </a:cubicBezTo>
                  <a:cubicBezTo>
                    <a:pt x="0" y="0"/>
                    <a:pt x="24" y="5"/>
                    <a:pt x="20" y="33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5" name="ïSlîdè"/>
            <p:cNvSpPr/>
            <p:nvPr/>
          </p:nvSpPr>
          <p:spPr bwMode="auto">
            <a:xfrm>
              <a:off x="7324616" y="2876600"/>
              <a:ext cx="119052" cy="164292"/>
            </a:xfrm>
            <a:custGeom>
              <a:avLst/>
              <a:gdLst>
                <a:gd name="T0" fmla="*/ 20 w 24"/>
                <a:gd name="T1" fmla="*/ 33 h 33"/>
                <a:gd name="T2" fmla="*/ 0 w 24"/>
                <a:gd name="T3" fmla="*/ 16 h 33"/>
                <a:gd name="T4" fmla="*/ 20 w 24"/>
                <a:gd name="T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33">
                  <a:moveTo>
                    <a:pt x="20" y="33"/>
                  </a:moveTo>
                  <a:cubicBezTo>
                    <a:pt x="20" y="33"/>
                    <a:pt x="0" y="32"/>
                    <a:pt x="0" y="16"/>
                  </a:cubicBezTo>
                  <a:cubicBezTo>
                    <a:pt x="1" y="0"/>
                    <a:pt x="24" y="4"/>
                    <a:pt x="20" y="33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6" name="iṣ1îḓè"/>
            <p:cNvSpPr/>
            <p:nvPr/>
          </p:nvSpPr>
          <p:spPr bwMode="auto">
            <a:xfrm>
              <a:off x="4500702" y="1967043"/>
              <a:ext cx="2621526" cy="2216749"/>
            </a:xfrm>
            <a:custGeom>
              <a:avLst/>
              <a:gdLst>
                <a:gd name="T0" fmla="*/ 496 w 529"/>
                <a:gd name="T1" fmla="*/ 448 h 448"/>
                <a:gd name="T2" fmla="*/ 32 w 529"/>
                <a:gd name="T3" fmla="*/ 448 h 448"/>
                <a:gd name="T4" fmla="*/ 0 w 529"/>
                <a:gd name="T5" fmla="*/ 415 h 448"/>
                <a:gd name="T6" fmla="*/ 0 w 529"/>
                <a:gd name="T7" fmla="*/ 32 h 448"/>
                <a:gd name="T8" fmla="*/ 32 w 529"/>
                <a:gd name="T9" fmla="*/ 0 h 448"/>
                <a:gd name="T10" fmla="*/ 496 w 529"/>
                <a:gd name="T11" fmla="*/ 0 h 448"/>
                <a:gd name="T12" fmla="*/ 529 w 529"/>
                <a:gd name="T13" fmla="*/ 32 h 448"/>
                <a:gd name="T14" fmla="*/ 529 w 529"/>
                <a:gd name="T15" fmla="*/ 415 h 448"/>
                <a:gd name="T16" fmla="*/ 496 w 529"/>
                <a:gd name="T17" fmla="*/ 448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9" h="448">
                  <a:moveTo>
                    <a:pt x="496" y="448"/>
                  </a:moveTo>
                  <a:cubicBezTo>
                    <a:pt x="32" y="448"/>
                    <a:pt x="32" y="448"/>
                    <a:pt x="32" y="448"/>
                  </a:cubicBezTo>
                  <a:cubicBezTo>
                    <a:pt x="14" y="448"/>
                    <a:pt x="0" y="433"/>
                    <a:pt x="0" y="415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96" y="0"/>
                    <a:pt x="496" y="0"/>
                    <a:pt x="496" y="0"/>
                  </a:cubicBezTo>
                  <a:cubicBezTo>
                    <a:pt x="514" y="0"/>
                    <a:pt x="529" y="14"/>
                    <a:pt x="529" y="32"/>
                  </a:cubicBezTo>
                  <a:cubicBezTo>
                    <a:pt x="529" y="415"/>
                    <a:pt x="529" y="415"/>
                    <a:pt x="529" y="415"/>
                  </a:cubicBezTo>
                  <a:cubicBezTo>
                    <a:pt x="529" y="433"/>
                    <a:pt x="514" y="448"/>
                    <a:pt x="496" y="448"/>
                  </a:cubicBezTo>
                  <a:close/>
                </a:path>
              </a:pathLst>
            </a:custGeom>
            <a:solidFill>
              <a:srgbClr val="947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7" name="ïšḷîďê"/>
            <p:cNvSpPr/>
            <p:nvPr/>
          </p:nvSpPr>
          <p:spPr bwMode="auto">
            <a:xfrm>
              <a:off x="4500702" y="1967043"/>
              <a:ext cx="609546" cy="2216749"/>
            </a:xfrm>
            <a:custGeom>
              <a:avLst/>
              <a:gdLst>
                <a:gd name="T0" fmla="*/ 28 w 123"/>
                <a:gd name="T1" fmla="*/ 0 h 448"/>
                <a:gd name="T2" fmla="*/ 0 w 123"/>
                <a:gd name="T3" fmla="*/ 27 h 448"/>
                <a:gd name="T4" fmla="*/ 0 w 123"/>
                <a:gd name="T5" fmla="*/ 420 h 448"/>
                <a:gd name="T6" fmla="*/ 28 w 123"/>
                <a:gd name="T7" fmla="*/ 448 h 448"/>
                <a:gd name="T8" fmla="*/ 123 w 123"/>
                <a:gd name="T9" fmla="*/ 448 h 448"/>
                <a:gd name="T10" fmla="*/ 123 w 123"/>
                <a:gd name="T11" fmla="*/ 0 h 448"/>
                <a:gd name="T12" fmla="*/ 28 w 123"/>
                <a:gd name="T13" fmla="*/ 0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448">
                  <a:moveTo>
                    <a:pt x="28" y="0"/>
                  </a:moveTo>
                  <a:cubicBezTo>
                    <a:pt x="12" y="0"/>
                    <a:pt x="0" y="12"/>
                    <a:pt x="0" y="27"/>
                  </a:cubicBezTo>
                  <a:cubicBezTo>
                    <a:pt x="0" y="420"/>
                    <a:pt x="0" y="420"/>
                    <a:pt x="0" y="420"/>
                  </a:cubicBezTo>
                  <a:cubicBezTo>
                    <a:pt x="0" y="435"/>
                    <a:pt x="12" y="448"/>
                    <a:pt x="28" y="448"/>
                  </a:cubicBezTo>
                  <a:cubicBezTo>
                    <a:pt x="123" y="448"/>
                    <a:pt x="123" y="448"/>
                    <a:pt x="123" y="448"/>
                  </a:cubicBezTo>
                  <a:cubicBezTo>
                    <a:pt x="123" y="0"/>
                    <a:pt x="123" y="0"/>
                    <a:pt x="123" y="0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rgbClr val="B199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8" name="íSľíḋe"/>
            <p:cNvSpPr/>
            <p:nvPr/>
          </p:nvSpPr>
          <p:spPr bwMode="auto">
            <a:xfrm>
              <a:off x="4495940" y="1967043"/>
              <a:ext cx="2621526" cy="164292"/>
            </a:xfrm>
            <a:custGeom>
              <a:avLst/>
              <a:gdLst>
                <a:gd name="T0" fmla="*/ 501 w 529"/>
                <a:gd name="T1" fmla="*/ 0 h 33"/>
                <a:gd name="T2" fmla="*/ 28 w 529"/>
                <a:gd name="T3" fmla="*/ 0 h 33"/>
                <a:gd name="T4" fmla="*/ 0 w 529"/>
                <a:gd name="T5" fmla="*/ 28 h 33"/>
                <a:gd name="T6" fmla="*/ 0 w 529"/>
                <a:gd name="T7" fmla="*/ 33 h 33"/>
                <a:gd name="T8" fmla="*/ 529 w 529"/>
                <a:gd name="T9" fmla="*/ 33 h 33"/>
                <a:gd name="T10" fmla="*/ 529 w 529"/>
                <a:gd name="T11" fmla="*/ 28 h 33"/>
                <a:gd name="T12" fmla="*/ 501 w 529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9" h="33">
                  <a:moveTo>
                    <a:pt x="501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3" y="0"/>
                    <a:pt x="0" y="12"/>
                    <a:pt x="0" y="28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529" y="33"/>
                    <a:pt x="529" y="33"/>
                    <a:pt x="529" y="33"/>
                  </a:cubicBezTo>
                  <a:cubicBezTo>
                    <a:pt x="529" y="28"/>
                    <a:pt x="529" y="28"/>
                    <a:pt x="529" y="28"/>
                  </a:cubicBezTo>
                  <a:cubicBezTo>
                    <a:pt x="529" y="12"/>
                    <a:pt x="517" y="0"/>
                    <a:pt x="501" y="0"/>
                  </a:cubicBezTo>
                  <a:close/>
                </a:path>
              </a:pathLst>
            </a:custGeom>
            <a:solidFill>
              <a:srgbClr val="7B5E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9" name="íšlïḍè"/>
            <p:cNvSpPr/>
            <p:nvPr/>
          </p:nvSpPr>
          <p:spPr bwMode="auto">
            <a:xfrm>
              <a:off x="4584040" y="2026568"/>
              <a:ext cx="45241" cy="45241"/>
            </a:xfrm>
            <a:prstGeom prst="ellipse">
              <a:avLst/>
            </a:prstGeom>
            <a:solidFill>
              <a:srgbClr val="B199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0" name="isļïḑè"/>
            <p:cNvSpPr/>
            <p:nvPr/>
          </p:nvSpPr>
          <p:spPr bwMode="auto">
            <a:xfrm>
              <a:off x="4674519" y="2026568"/>
              <a:ext cx="42859" cy="45241"/>
            </a:xfrm>
            <a:prstGeom prst="ellipse">
              <a:avLst/>
            </a:prstGeom>
            <a:solidFill>
              <a:srgbClr val="B199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" name="íŝlîḋè"/>
            <p:cNvSpPr/>
            <p:nvPr/>
          </p:nvSpPr>
          <p:spPr bwMode="auto">
            <a:xfrm>
              <a:off x="4564991" y="2298007"/>
              <a:ext cx="88099" cy="90480"/>
            </a:xfrm>
            <a:prstGeom prst="ellipse">
              <a:avLst/>
            </a:prstGeom>
            <a:solidFill>
              <a:srgbClr val="A68A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" name="ïśľïde"/>
            <p:cNvSpPr/>
            <p:nvPr/>
          </p:nvSpPr>
          <p:spPr bwMode="auto">
            <a:xfrm>
              <a:off x="4757855" y="2026568"/>
              <a:ext cx="45241" cy="45241"/>
            </a:xfrm>
            <a:prstGeom prst="ellipse">
              <a:avLst/>
            </a:prstGeom>
            <a:solidFill>
              <a:srgbClr val="B199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" name="í$ḻîḓe"/>
            <p:cNvSpPr/>
            <p:nvPr/>
          </p:nvSpPr>
          <p:spPr bwMode="auto">
            <a:xfrm>
              <a:off x="4693567" y="2333723"/>
              <a:ext cx="316679" cy="23810"/>
            </a:xfrm>
            <a:prstGeom prst="rect">
              <a:avLst/>
            </a:prstGeom>
            <a:solidFill>
              <a:srgbClr val="A68A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" name="îṣḷiḍe"/>
            <p:cNvSpPr/>
            <p:nvPr/>
          </p:nvSpPr>
          <p:spPr bwMode="auto">
            <a:xfrm>
              <a:off x="4564991" y="2500396"/>
              <a:ext cx="88099" cy="90480"/>
            </a:xfrm>
            <a:prstGeom prst="ellipse">
              <a:avLst/>
            </a:prstGeom>
            <a:solidFill>
              <a:srgbClr val="A68A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" name="ïṡlïḋé"/>
            <p:cNvSpPr/>
            <p:nvPr/>
          </p:nvSpPr>
          <p:spPr bwMode="auto">
            <a:xfrm>
              <a:off x="4693567" y="2536111"/>
              <a:ext cx="316679" cy="23810"/>
            </a:xfrm>
            <a:prstGeom prst="rect">
              <a:avLst/>
            </a:prstGeom>
            <a:solidFill>
              <a:srgbClr val="A68A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6" name="ïSlíḋe"/>
            <p:cNvSpPr/>
            <p:nvPr/>
          </p:nvSpPr>
          <p:spPr bwMode="auto">
            <a:xfrm>
              <a:off x="5248349" y="3852826"/>
              <a:ext cx="857174" cy="28572"/>
            </a:xfrm>
            <a:prstGeom prst="rect">
              <a:avLst/>
            </a:prstGeom>
            <a:solidFill>
              <a:srgbClr val="B199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" name="îšḷiḑe"/>
            <p:cNvSpPr/>
            <p:nvPr/>
          </p:nvSpPr>
          <p:spPr bwMode="auto">
            <a:xfrm>
              <a:off x="5248349" y="3955210"/>
              <a:ext cx="445255" cy="26192"/>
            </a:xfrm>
            <a:prstGeom prst="rect">
              <a:avLst/>
            </a:prstGeom>
            <a:solidFill>
              <a:srgbClr val="B199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" name="ïṩḷiḑe"/>
            <p:cNvSpPr/>
            <p:nvPr/>
          </p:nvSpPr>
          <p:spPr bwMode="auto">
            <a:xfrm>
              <a:off x="4564991" y="2693259"/>
              <a:ext cx="88099" cy="90480"/>
            </a:xfrm>
            <a:prstGeom prst="ellipse">
              <a:avLst/>
            </a:prstGeom>
            <a:solidFill>
              <a:srgbClr val="A68A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9" name="îṣľîḋe"/>
            <p:cNvSpPr/>
            <p:nvPr/>
          </p:nvSpPr>
          <p:spPr bwMode="auto">
            <a:xfrm>
              <a:off x="4693567" y="2728976"/>
              <a:ext cx="316679" cy="23810"/>
            </a:xfrm>
            <a:prstGeom prst="rect">
              <a:avLst/>
            </a:prstGeom>
            <a:solidFill>
              <a:srgbClr val="A68A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0" name="îśliḑê"/>
            <p:cNvSpPr/>
            <p:nvPr/>
          </p:nvSpPr>
          <p:spPr bwMode="auto">
            <a:xfrm>
              <a:off x="4564991" y="2888504"/>
              <a:ext cx="88099" cy="88099"/>
            </a:xfrm>
            <a:prstGeom prst="ellipse">
              <a:avLst/>
            </a:prstGeom>
            <a:solidFill>
              <a:srgbClr val="A68A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1" name="iS1ïde"/>
            <p:cNvSpPr/>
            <p:nvPr/>
          </p:nvSpPr>
          <p:spPr bwMode="auto">
            <a:xfrm>
              <a:off x="4693567" y="2921839"/>
              <a:ext cx="316679" cy="30954"/>
            </a:xfrm>
            <a:prstGeom prst="rect">
              <a:avLst/>
            </a:prstGeom>
            <a:solidFill>
              <a:srgbClr val="A68A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2" name="ïşḻîdê"/>
            <p:cNvSpPr/>
            <p:nvPr/>
          </p:nvSpPr>
          <p:spPr bwMode="auto">
            <a:xfrm>
              <a:off x="5238825" y="2319437"/>
              <a:ext cx="623832" cy="180959"/>
            </a:xfrm>
            <a:custGeom>
              <a:avLst/>
              <a:gdLst>
                <a:gd name="T0" fmla="*/ 110 w 126"/>
                <a:gd name="T1" fmla="*/ 37 h 37"/>
                <a:gd name="T2" fmla="*/ 16 w 126"/>
                <a:gd name="T3" fmla="*/ 37 h 37"/>
                <a:gd name="T4" fmla="*/ 0 w 126"/>
                <a:gd name="T5" fmla="*/ 21 h 37"/>
                <a:gd name="T6" fmla="*/ 0 w 126"/>
                <a:gd name="T7" fmla="*/ 16 h 37"/>
                <a:gd name="T8" fmla="*/ 16 w 126"/>
                <a:gd name="T9" fmla="*/ 0 h 37"/>
                <a:gd name="T10" fmla="*/ 110 w 126"/>
                <a:gd name="T11" fmla="*/ 0 h 37"/>
                <a:gd name="T12" fmla="*/ 126 w 126"/>
                <a:gd name="T13" fmla="*/ 16 h 37"/>
                <a:gd name="T14" fmla="*/ 126 w 126"/>
                <a:gd name="T15" fmla="*/ 21 h 37"/>
                <a:gd name="T16" fmla="*/ 110 w 126"/>
                <a:gd name="T1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37">
                  <a:moveTo>
                    <a:pt x="110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7" y="37"/>
                    <a:pt x="0" y="30"/>
                    <a:pt x="0" y="2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9" y="0"/>
                    <a:pt x="126" y="7"/>
                    <a:pt x="126" y="16"/>
                  </a:cubicBezTo>
                  <a:cubicBezTo>
                    <a:pt x="126" y="21"/>
                    <a:pt x="126" y="21"/>
                    <a:pt x="126" y="21"/>
                  </a:cubicBezTo>
                  <a:cubicBezTo>
                    <a:pt x="126" y="30"/>
                    <a:pt x="119" y="37"/>
                    <a:pt x="110" y="37"/>
                  </a:cubicBezTo>
                  <a:close/>
                </a:path>
              </a:pathLst>
            </a:custGeom>
            <a:solidFill>
              <a:srgbClr val="B199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3" name="iṩ1ïḋê"/>
            <p:cNvSpPr/>
            <p:nvPr/>
          </p:nvSpPr>
          <p:spPr bwMode="auto">
            <a:xfrm>
              <a:off x="5238825" y="3462336"/>
              <a:ext cx="1490531" cy="295249"/>
            </a:xfrm>
            <a:custGeom>
              <a:avLst/>
              <a:gdLst>
                <a:gd name="T0" fmla="*/ 281 w 301"/>
                <a:gd name="T1" fmla="*/ 60 h 60"/>
                <a:gd name="T2" fmla="*/ 20 w 301"/>
                <a:gd name="T3" fmla="*/ 60 h 60"/>
                <a:gd name="T4" fmla="*/ 0 w 301"/>
                <a:gd name="T5" fmla="*/ 41 h 60"/>
                <a:gd name="T6" fmla="*/ 0 w 301"/>
                <a:gd name="T7" fmla="*/ 19 h 60"/>
                <a:gd name="T8" fmla="*/ 20 w 301"/>
                <a:gd name="T9" fmla="*/ 0 h 60"/>
                <a:gd name="T10" fmla="*/ 281 w 301"/>
                <a:gd name="T11" fmla="*/ 0 h 60"/>
                <a:gd name="T12" fmla="*/ 301 w 301"/>
                <a:gd name="T13" fmla="*/ 19 h 60"/>
                <a:gd name="T14" fmla="*/ 301 w 301"/>
                <a:gd name="T15" fmla="*/ 41 h 60"/>
                <a:gd name="T16" fmla="*/ 281 w 301"/>
                <a:gd name="T1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1" h="60">
                  <a:moveTo>
                    <a:pt x="281" y="60"/>
                  </a:moveTo>
                  <a:cubicBezTo>
                    <a:pt x="20" y="60"/>
                    <a:pt x="20" y="60"/>
                    <a:pt x="20" y="60"/>
                  </a:cubicBezTo>
                  <a:cubicBezTo>
                    <a:pt x="9" y="60"/>
                    <a:pt x="0" y="51"/>
                    <a:pt x="0" y="41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281" y="0"/>
                    <a:pt x="281" y="0"/>
                    <a:pt x="281" y="0"/>
                  </a:cubicBezTo>
                  <a:cubicBezTo>
                    <a:pt x="292" y="0"/>
                    <a:pt x="301" y="8"/>
                    <a:pt x="301" y="19"/>
                  </a:cubicBezTo>
                  <a:cubicBezTo>
                    <a:pt x="301" y="41"/>
                    <a:pt x="301" y="41"/>
                    <a:pt x="301" y="41"/>
                  </a:cubicBezTo>
                  <a:cubicBezTo>
                    <a:pt x="301" y="51"/>
                    <a:pt x="292" y="60"/>
                    <a:pt x="281" y="60"/>
                  </a:cubicBezTo>
                  <a:close/>
                </a:path>
              </a:pathLst>
            </a:custGeom>
            <a:solidFill>
              <a:srgbClr val="B199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4" name="íṧḻiḋé"/>
            <p:cNvSpPr/>
            <p:nvPr/>
          </p:nvSpPr>
          <p:spPr bwMode="auto">
            <a:xfrm>
              <a:off x="5981709" y="2319437"/>
              <a:ext cx="623832" cy="180959"/>
            </a:xfrm>
            <a:custGeom>
              <a:avLst/>
              <a:gdLst>
                <a:gd name="T0" fmla="*/ 110 w 126"/>
                <a:gd name="T1" fmla="*/ 37 h 37"/>
                <a:gd name="T2" fmla="*/ 16 w 126"/>
                <a:gd name="T3" fmla="*/ 37 h 37"/>
                <a:gd name="T4" fmla="*/ 0 w 126"/>
                <a:gd name="T5" fmla="*/ 21 h 37"/>
                <a:gd name="T6" fmla="*/ 0 w 126"/>
                <a:gd name="T7" fmla="*/ 16 h 37"/>
                <a:gd name="T8" fmla="*/ 16 w 126"/>
                <a:gd name="T9" fmla="*/ 0 h 37"/>
                <a:gd name="T10" fmla="*/ 110 w 126"/>
                <a:gd name="T11" fmla="*/ 0 h 37"/>
                <a:gd name="T12" fmla="*/ 126 w 126"/>
                <a:gd name="T13" fmla="*/ 16 h 37"/>
                <a:gd name="T14" fmla="*/ 126 w 126"/>
                <a:gd name="T15" fmla="*/ 21 h 37"/>
                <a:gd name="T16" fmla="*/ 110 w 126"/>
                <a:gd name="T1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37">
                  <a:moveTo>
                    <a:pt x="110" y="37"/>
                  </a:moveTo>
                  <a:cubicBezTo>
                    <a:pt x="16" y="37"/>
                    <a:pt x="16" y="37"/>
                    <a:pt x="16" y="37"/>
                  </a:cubicBezTo>
                  <a:cubicBezTo>
                    <a:pt x="7" y="37"/>
                    <a:pt x="0" y="30"/>
                    <a:pt x="0" y="2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9" y="0"/>
                    <a:pt x="126" y="7"/>
                    <a:pt x="126" y="16"/>
                  </a:cubicBezTo>
                  <a:cubicBezTo>
                    <a:pt x="126" y="21"/>
                    <a:pt x="126" y="21"/>
                    <a:pt x="126" y="21"/>
                  </a:cubicBezTo>
                  <a:cubicBezTo>
                    <a:pt x="126" y="30"/>
                    <a:pt x="119" y="37"/>
                    <a:pt x="110" y="37"/>
                  </a:cubicBezTo>
                  <a:close/>
                </a:path>
              </a:pathLst>
            </a:custGeom>
            <a:solidFill>
              <a:srgbClr val="B199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5" name="isḷiḑê"/>
            <p:cNvSpPr/>
            <p:nvPr/>
          </p:nvSpPr>
          <p:spPr bwMode="auto">
            <a:xfrm>
              <a:off x="5207872" y="2876600"/>
              <a:ext cx="1466721" cy="338108"/>
            </a:xfrm>
            <a:custGeom>
              <a:avLst/>
              <a:gdLst>
                <a:gd name="T0" fmla="*/ 0 w 296"/>
                <a:gd name="T1" fmla="*/ 2 h 68"/>
                <a:gd name="T2" fmla="*/ 41 w 296"/>
                <a:gd name="T3" fmla="*/ 9 h 68"/>
                <a:gd name="T4" fmla="*/ 59 w 296"/>
                <a:gd name="T5" fmla="*/ 20 h 68"/>
                <a:gd name="T6" fmla="*/ 67 w 296"/>
                <a:gd name="T7" fmla="*/ 27 h 68"/>
                <a:gd name="T8" fmla="*/ 74 w 296"/>
                <a:gd name="T9" fmla="*/ 35 h 68"/>
                <a:gd name="T10" fmla="*/ 106 w 296"/>
                <a:gd name="T11" fmla="*/ 60 h 68"/>
                <a:gd name="T12" fmla="*/ 126 w 296"/>
                <a:gd name="T13" fmla="*/ 63 h 68"/>
                <a:gd name="T14" fmla="*/ 145 w 296"/>
                <a:gd name="T15" fmla="*/ 56 h 68"/>
                <a:gd name="T16" fmla="*/ 179 w 296"/>
                <a:gd name="T17" fmla="*/ 32 h 68"/>
                <a:gd name="T18" fmla="*/ 200 w 296"/>
                <a:gd name="T19" fmla="*/ 25 h 68"/>
                <a:gd name="T20" fmla="*/ 221 w 296"/>
                <a:gd name="T21" fmla="*/ 27 h 68"/>
                <a:gd name="T22" fmla="*/ 240 w 296"/>
                <a:gd name="T23" fmla="*/ 36 h 68"/>
                <a:gd name="T24" fmla="*/ 257 w 296"/>
                <a:gd name="T25" fmla="*/ 49 h 68"/>
                <a:gd name="T26" fmla="*/ 275 w 296"/>
                <a:gd name="T27" fmla="*/ 59 h 68"/>
                <a:gd name="T28" fmla="*/ 296 w 296"/>
                <a:gd name="T29" fmla="*/ 61 h 68"/>
                <a:gd name="T30" fmla="*/ 275 w 296"/>
                <a:gd name="T31" fmla="*/ 60 h 68"/>
                <a:gd name="T32" fmla="*/ 256 w 296"/>
                <a:gd name="T33" fmla="*/ 51 h 68"/>
                <a:gd name="T34" fmla="*/ 239 w 296"/>
                <a:gd name="T35" fmla="*/ 38 h 68"/>
                <a:gd name="T36" fmla="*/ 220 w 296"/>
                <a:gd name="T37" fmla="*/ 30 h 68"/>
                <a:gd name="T38" fmla="*/ 200 w 296"/>
                <a:gd name="T39" fmla="*/ 28 h 68"/>
                <a:gd name="T40" fmla="*/ 181 w 296"/>
                <a:gd name="T41" fmla="*/ 35 h 68"/>
                <a:gd name="T42" fmla="*/ 147 w 296"/>
                <a:gd name="T43" fmla="*/ 59 h 68"/>
                <a:gd name="T44" fmla="*/ 126 w 296"/>
                <a:gd name="T45" fmla="*/ 66 h 68"/>
                <a:gd name="T46" fmla="*/ 105 w 296"/>
                <a:gd name="T47" fmla="*/ 64 h 68"/>
                <a:gd name="T48" fmla="*/ 87 w 296"/>
                <a:gd name="T49" fmla="*/ 52 h 68"/>
                <a:gd name="T50" fmla="*/ 72 w 296"/>
                <a:gd name="T51" fmla="*/ 37 h 68"/>
                <a:gd name="T52" fmla="*/ 57 w 296"/>
                <a:gd name="T53" fmla="*/ 22 h 68"/>
                <a:gd name="T54" fmla="*/ 40 w 296"/>
                <a:gd name="T55" fmla="*/ 10 h 68"/>
                <a:gd name="T56" fmla="*/ 0 w 296"/>
                <a:gd name="T57" fmla="*/ 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96" h="68">
                  <a:moveTo>
                    <a:pt x="0" y="2"/>
                  </a:moveTo>
                  <a:cubicBezTo>
                    <a:pt x="14" y="0"/>
                    <a:pt x="28" y="3"/>
                    <a:pt x="41" y="9"/>
                  </a:cubicBezTo>
                  <a:cubicBezTo>
                    <a:pt x="47" y="12"/>
                    <a:pt x="54" y="15"/>
                    <a:pt x="59" y="20"/>
                  </a:cubicBezTo>
                  <a:cubicBezTo>
                    <a:pt x="62" y="22"/>
                    <a:pt x="64" y="25"/>
                    <a:pt x="67" y="27"/>
                  </a:cubicBezTo>
                  <a:cubicBezTo>
                    <a:pt x="74" y="35"/>
                    <a:pt x="74" y="35"/>
                    <a:pt x="74" y="35"/>
                  </a:cubicBezTo>
                  <a:cubicBezTo>
                    <a:pt x="84" y="44"/>
                    <a:pt x="94" y="55"/>
                    <a:pt x="106" y="60"/>
                  </a:cubicBezTo>
                  <a:cubicBezTo>
                    <a:pt x="112" y="63"/>
                    <a:pt x="119" y="64"/>
                    <a:pt x="126" y="63"/>
                  </a:cubicBezTo>
                  <a:cubicBezTo>
                    <a:pt x="132" y="62"/>
                    <a:pt x="139" y="59"/>
                    <a:pt x="145" y="56"/>
                  </a:cubicBezTo>
                  <a:cubicBezTo>
                    <a:pt x="157" y="49"/>
                    <a:pt x="167" y="39"/>
                    <a:pt x="179" y="32"/>
                  </a:cubicBezTo>
                  <a:cubicBezTo>
                    <a:pt x="185" y="29"/>
                    <a:pt x="192" y="26"/>
                    <a:pt x="200" y="25"/>
                  </a:cubicBezTo>
                  <a:cubicBezTo>
                    <a:pt x="207" y="24"/>
                    <a:pt x="214" y="25"/>
                    <a:pt x="221" y="27"/>
                  </a:cubicBezTo>
                  <a:cubicBezTo>
                    <a:pt x="228" y="29"/>
                    <a:pt x="234" y="32"/>
                    <a:pt x="240" y="36"/>
                  </a:cubicBezTo>
                  <a:cubicBezTo>
                    <a:pt x="246" y="40"/>
                    <a:pt x="251" y="45"/>
                    <a:pt x="257" y="49"/>
                  </a:cubicBezTo>
                  <a:cubicBezTo>
                    <a:pt x="262" y="54"/>
                    <a:pt x="268" y="57"/>
                    <a:pt x="275" y="59"/>
                  </a:cubicBezTo>
                  <a:cubicBezTo>
                    <a:pt x="282" y="61"/>
                    <a:pt x="289" y="61"/>
                    <a:pt x="296" y="61"/>
                  </a:cubicBezTo>
                  <a:cubicBezTo>
                    <a:pt x="289" y="62"/>
                    <a:pt x="282" y="62"/>
                    <a:pt x="275" y="60"/>
                  </a:cubicBezTo>
                  <a:cubicBezTo>
                    <a:pt x="268" y="59"/>
                    <a:pt x="261" y="55"/>
                    <a:pt x="256" y="51"/>
                  </a:cubicBezTo>
                  <a:cubicBezTo>
                    <a:pt x="250" y="47"/>
                    <a:pt x="245" y="42"/>
                    <a:pt x="239" y="38"/>
                  </a:cubicBezTo>
                  <a:cubicBezTo>
                    <a:pt x="233" y="35"/>
                    <a:pt x="227" y="32"/>
                    <a:pt x="220" y="30"/>
                  </a:cubicBezTo>
                  <a:cubicBezTo>
                    <a:pt x="214" y="28"/>
                    <a:pt x="207" y="28"/>
                    <a:pt x="200" y="28"/>
                  </a:cubicBezTo>
                  <a:cubicBezTo>
                    <a:pt x="193" y="29"/>
                    <a:pt x="187" y="32"/>
                    <a:pt x="181" y="35"/>
                  </a:cubicBezTo>
                  <a:cubicBezTo>
                    <a:pt x="169" y="42"/>
                    <a:pt x="159" y="52"/>
                    <a:pt x="147" y="59"/>
                  </a:cubicBezTo>
                  <a:cubicBezTo>
                    <a:pt x="140" y="63"/>
                    <a:pt x="133" y="65"/>
                    <a:pt x="126" y="66"/>
                  </a:cubicBezTo>
                  <a:cubicBezTo>
                    <a:pt x="119" y="68"/>
                    <a:pt x="111" y="67"/>
                    <a:pt x="105" y="64"/>
                  </a:cubicBezTo>
                  <a:cubicBezTo>
                    <a:pt x="98" y="61"/>
                    <a:pt x="92" y="56"/>
                    <a:pt x="87" y="52"/>
                  </a:cubicBezTo>
                  <a:cubicBezTo>
                    <a:pt x="81" y="47"/>
                    <a:pt x="77" y="42"/>
                    <a:pt x="72" y="37"/>
                  </a:cubicBezTo>
                  <a:cubicBezTo>
                    <a:pt x="67" y="32"/>
                    <a:pt x="62" y="26"/>
                    <a:pt x="57" y="22"/>
                  </a:cubicBezTo>
                  <a:cubicBezTo>
                    <a:pt x="52" y="17"/>
                    <a:pt x="46" y="13"/>
                    <a:pt x="40" y="10"/>
                  </a:cubicBezTo>
                  <a:cubicBezTo>
                    <a:pt x="28" y="4"/>
                    <a:pt x="14" y="1"/>
                    <a:pt x="0" y="2"/>
                  </a:cubicBezTo>
                  <a:close/>
                </a:path>
              </a:pathLst>
            </a:custGeom>
            <a:solidFill>
              <a:srgbClr val="B199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6" name="ïṣlïďè"/>
            <p:cNvSpPr/>
            <p:nvPr/>
          </p:nvSpPr>
          <p:spPr bwMode="auto">
            <a:xfrm>
              <a:off x="5224539" y="2678973"/>
              <a:ext cx="1573868" cy="500018"/>
            </a:xfrm>
            <a:custGeom>
              <a:avLst/>
              <a:gdLst>
                <a:gd name="T0" fmla="*/ 0 w 318"/>
                <a:gd name="T1" fmla="*/ 101 h 101"/>
                <a:gd name="T2" fmla="*/ 25 w 318"/>
                <a:gd name="T3" fmla="*/ 53 h 101"/>
                <a:gd name="T4" fmla="*/ 42 w 318"/>
                <a:gd name="T5" fmla="*/ 31 h 101"/>
                <a:gd name="T6" fmla="*/ 67 w 318"/>
                <a:gd name="T7" fmla="*/ 19 h 101"/>
                <a:gd name="T8" fmla="*/ 74 w 318"/>
                <a:gd name="T9" fmla="*/ 19 h 101"/>
                <a:gd name="T10" fmla="*/ 81 w 318"/>
                <a:gd name="T11" fmla="*/ 21 h 101"/>
                <a:gd name="T12" fmla="*/ 93 w 318"/>
                <a:gd name="T13" fmla="*/ 27 h 101"/>
                <a:gd name="T14" fmla="*/ 103 w 318"/>
                <a:gd name="T15" fmla="*/ 37 h 101"/>
                <a:gd name="T16" fmla="*/ 112 w 318"/>
                <a:gd name="T17" fmla="*/ 47 h 101"/>
                <a:gd name="T18" fmla="*/ 124 w 318"/>
                <a:gd name="T19" fmla="*/ 52 h 101"/>
                <a:gd name="T20" fmla="*/ 137 w 318"/>
                <a:gd name="T21" fmla="*/ 52 h 101"/>
                <a:gd name="T22" fmla="*/ 160 w 318"/>
                <a:gd name="T23" fmla="*/ 41 h 101"/>
                <a:gd name="T24" fmla="*/ 179 w 318"/>
                <a:gd name="T25" fmla="*/ 22 h 101"/>
                <a:gd name="T26" fmla="*/ 188 w 318"/>
                <a:gd name="T27" fmla="*/ 12 h 101"/>
                <a:gd name="T28" fmla="*/ 194 w 318"/>
                <a:gd name="T29" fmla="*/ 7 h 101"/>
                <a:gd name="T30" fmla="*/ 200 w 318"/>
                <a:gd name="T31" fmla="*/ 3 h 101"/>
                <a:gd name="T32" fmla="*/ 206 w 318"/>
                <a:gd name="T33" fmla="*/ 1 h 101"/>
                <a:gd name="T34" fmla="*/ 210 w 318"/>
                <a:gd name="T35" fmla="*/ 0 h 101"/>
                <a:gd name="T36" fmla="*/ 214 w 318"/>
                <a:gd name="T37" fmla="*/ 0 h 101"/>
                <a:gd name="T38" fmla="*/ 227 w 318"/>
                <a:gd name="T39" fmla="*/ 3 h 101"/>
                <a:gd name="T40" fmla="*/ 249 w 318"/>
                <a:gd name="T41" fmla="*/ 21 h 101"/>
                <a:gd name="T42" fmla="*/ 264 w 318"/>
                <a:gd name="T43" fmla="*/ 44 h 101"/>
                <a:gd name="T44" fmla="*/ 270 w 318"/>
                <a:gd name="T45" fmla="*/ 56 h 101"/>
                <a:gd name="T46" fmla="*/ 277 w 318"/>
                <a:gd name="T47" fmla="*/ 68 h 101"/>
                <a:gd name="T48" fmla="*/ 294 w 318"/>
                <a:gd name="T49" fmla="*/ 88 h 101"/>
                <a:gd name="T50" fmla="*/ 305 w 318"/>
                <a:gd name="T51" fmla="*/ 96 h 101"/>
                <a:gd name="T52" fmla="*/ 318 w 318"/>
                <a:gd name="T53" fmla="*/ 101 h 101"/>
                <a:gd name="T54" fmla="*/ 294 w 318"/>
                <a:gd name="T55" fmla="*/ 89 h 101"/>
                <a:gd name="T56" fmla="*/ 275 w 318"/>
                <a:gd name="T57" fmla="*/ 69 h 101"/>
                <a:gd name="T58" fmla="*/ 268 w 318"/>
                <a:gd name="T59" fmla="*/ 57 h 101"/>
                <a:gd name="T60" fmla="*/ 262 w 318"/>
                <a:gd name="T61" fmla="*/ 45 h 101"/>
                <a:gd name="T62" fmla="*/ 247 w 318"/>
                <a:gd name="T63" fmla="*/ 23 h 101"/>
                <a:gd name="T64" fmla="*/ 237 w 318"/>
                <a:gd name="T65" fmla="*/ 13 h 101"/>
                <a:gd name="T66" fmla="*/ 226 w 318"/>
                <a:gd name="T67" fmla="*/ 7 h 101"/>
                <a:gd name="T68" fmla="*/ 214 w 318"/>
                <a:gd name="T69" fmla="*/ 4 h 101"/>
                <a:gd name="T70" fmla="*/ 201 w 318"/>
                <a:gd name="T71" fmla="*/ 6 h 101"/>
                <a:gd name="T72" fmla="*/ 196 w 318"/>
                <a:gd name="T73" fmla="*/ 10 h 101"/>
                <a:gd name="T74" fmla="*/ 191 w 318"/>
                <a:gd name="T75" fmla="*/ 14 h 101"/>
                <a:gd name="T76" fmla="*/ 182 w 318"/>
                <a:gd name="T77" fmla="*/ 24 h 101"/>
                <a:gd name="T78" fmla="*/ 163 w 318"/>
                <a:gd name="T79" fmla="*/ 44 h 101"/>
                <a:gd name="T80" fmla="*/ 137 w 318"/>
                <a:gd name="T81" fmla="*/ 56 h 101"/>
                <a:gd name="T82" fmla="*/ 123 w 318"/>
                <a:gd name="T83" fmla="*/ 56 h 101"/>
                <a:gd name="T84" fmla="*/ 110 w 318"/>
                <a:gd name="T85" fmla="*/ 49 h 101"/>
                <a:gd name="T86" fmla="*/ 101 w 318"/>
                <a:gd name="T87" fmla="*/ 39 h 101"/>
                <a:gd name="T88" fmla="*/ 91 w 318"/>
                <a:gd name="T89" fmla="*/ 30 h 101"/>
                <a:gd name="T90" fmla="*/ 67 w 318"/>
                <a:gd name="T91" fmla="*/ 22 h 101"/>
                <a:gd name="T92" fmla="*/ 44 w 318"/>
                <a:gd name="T93" fmla="*/ 33 h 101"/>
                <a:gd name="T94" fmla="*/ 26 w 318"/>
                <a:gd name="T95" fmla="*/ 54 h 101"/>
                <a:gd name="T96" fmla="*/ 0 w 318"/>
                <a:gd name="T9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18" h="101">
                  <a:moveTo>
                    <a:pt x="0" y="101"/>
                  </a:moveTo>
                  <a:cubicBezTo>
                    <a:pt x="7" y="84"/>
                    <a:pt x="15" y="68"/>
                    <a:pt x="25" y="53"/>
                  </a:cubicBezTo>
                  <a:cubicBezTo>
                    <a:pt x="30" y="45"/>
                    <a:pt x="35" y="38"/>
                    <a:pt x="42" y="31"/>
                  </a:cubicBezTo>
                  <a:cubicBezTo>
                    <a:pt x="49" y="25"/>
                    <a:pt x="57" y="19"/>
                    <a:pt x="67" y="19"/>
                  </a:cubicBezTo>
                  <a:cubicBezTo>
                    <a:pt x="69" y="19"/>
                    <a:pt x="72" y="19"/>
                    <a:pt x="74" y="19"/>
                  </a:cubicBezTo>
                  <a:cubicBezTo>
                    <a:pt x="76" y="20"/>
                    <a:pt x="78" y="20"/>
                    <a:pt x="81" y="21"/>
                  </a:cubicBezTo>
                  <a:cubicBezTo>
                    <a:pt x="85" y="22"/>
                    <a:pt x="90" y="24"/>
                    <a:pt x="93" y="27"/>
                  </a:cubicBezTo>
                  <a:cubicBezTo>
                    <a:pt x="97" y="30"/>
                    <a:pt x="100" y="33"/>
                    <a:pt x="103" y="37"/>
                  </a:cubicBezTo>
                  <a:cubicBezTo>
                    <a:pt x="106" y="40"/>
                    <a:pt x="109" y="44"/>
                    <a:pt x="112" y="47"/>
                  </a:cubicBezTo>
                  <a:cubicBezTo>
                    <a:pt x="116" y="49"/>
                    <a:pt x="119" y="51"/>
                    <a:pt x="124" y="52"/>
                  </a:cubicBezTo>
                  <a:cubicBezTo>
                    <a:pt x="128" y="53"/>
                    <a:pt x="132" y="53"/>
                    <a:pt x="137" y="52"/>
                  </a:cubicBezTo>
                  <a:cubicBezTo>
                    <a:pt x="145" y="51"/>
                    <a:pt x="153" y="46"/>
                    <a:pt x="160" y="41"/>
                  </a:cubicBezTo>
                  <a:cubicBezTo>
                    <a:pt x="167" y="35"/>
                    <a:pt x="173" y="28"/>
                    <a:pt x="179" y="22"/>
                  </a:cubicBezTo>
                  <a:cubicBezTo>
                    <a:pt x="182" y="18"/>
                    <a:pt x="185" y="15"/>
                    <a:pt x="188" y="12"/>
                  </a:cubicBezTo>
                  <a:cubicBezTo>
                    <a:pt x="190" y="10"/>
                    <a:pt x="192" y="8"/>
                    <a:pt x="194" y="7"/>
                  </a:cubicBezTo>
                  <a:cubicBezTo>
                    <a:pt x="196" y="6"/>
                    <a:pt x="197" y="4"/>
                    <a:pt x="200" y="3"/>
                  </a:cubicBezTo>
                  <a:cubicBezTo>
                    <a:pt x="202" y="2"/>
                    <a:pt x="204" y="1"/>
                    <a:pt x="206" y="1"/>
                  </a:cubicBezTo>
                  <a:cubicBezTo>
                    <a:pt x="208" y="0"/>
                    <a:pt x="209" y="0"/>
                    <a:pt x="210" y="0"/>
                  </a:cubicBezTo>
                  <a:cubicBezTo>
                    <a:pt x="211" y="0"/>
                    <a:pt x="212" y="0"/>
                    <a:pt x="214" y="0"/>
                  </a:cubicBezTo>
                  <a:cubicBezTo>
                    <a:pt x="218" y="0"/>
                    <a:pt x="223" y="1"/>
                    <a:pt x="227" y="3"/>
                  </a:cubicBezTo>
                  <a:cubicBezTo>
                    <a:pt x="236" y="7"/>
                    <a:pt x="243" y="14"/>
                    <a:pt x="249" y="21"/>
                  </a:cubicBezTo>
                  <a:cubicBezTo>
                    <a:pt x="255" y="28"/>
                    <a:pt x="260" y="36"/>
                    <a:pt x="264" y="44"/>
                  </a:cubicBezTo>
                  <a:cubicBezTo>
                    <a:pt x="270" y="56"/>
                    <a:pt x="270" y="56"/>
                    <a:pt x="270" y="56"/>
                  </a:cubicBezTo>
                  <a:cubicBezTo>
                    <a:pt x="272" y="60"/>
                    <a:pt x="274" y="64"/>
                    <a:pt x="277" y="68"/>
                  </a:cubicBezTo>
                  <a:cubicBezTo>
                    <a:pt x="282" y="75"/>
                    <a:pt x="288" y="82"/>
                    <a:pt x="294" y="88"/>
                  </a:cubicBezTo>
                  <a:cubicBezTo>
                    <a:pt x="298" y="91"/>
                    <a:pt x="301" y="94"/>
                    <a:pt x="305" y="96"/>
                  </a:cubicBezTo>
                  <a:cubicBezTo>
                    <a:pt x="309" y="99"/>
                    <a:pt x="313" y="101"/>
                    <a:pt x="318" y="101"/>
                  </a:cubicBezTo>
                  <a:cubicBezTo>
                    <a:pt x="309" y="100"/>
                    <a:pt x="301" y="95"/>
                    <a:pt x="294" y="89"/>
                  </a:cubicBezTo>
                  <a:cubicBezTo>
                    <a:pt x="287" y="83"/>
                    <a:pt x="281" y="76"/>
                    <a:pt x="275" y="69"/>
                  </a:cubicBezTo>
                  <a:cubicBezTo>
                    <a:pt x="273" y="65"/>
                    <a:pt x="270" y="61"/>
                    <a:pt x="268" y="57"/>
                  </a:cubicBezTo>
                  <a:cubicBezTo>
                    <a:pt x="262" y="45"/>
                    <a:pt x="262" y="45"/>
                    <a:pt x="262" y="45"/>
                  </a:cubicBezTo>
                  <a:cubicBezTo>
                    <a:pt x="258" y="37"/>
                    <a:pt x="253" y="29"/>
                    <a:pt x="247" y="23"/>
                  </a:cubicBezTo>
                  <a:cubicBezTo>
                    <a:pt x="244" y="19"/>
                    <a:pt x="241" y="16"/>
                    <a:pt x="237" y="13"/>
                  </a:cubicBezTo>
                  <a:cubicBezTo>
                    <a:pt x="234" y="11"/>
                    <a:pt x="230" y="8"/>
                    <a:pt x="226" y="7"/>
                  </a:cubicBezTo>
                  <a:cubicBezTo>
                    <a:pt x="222" y="5"/>
                    <a:pt x="218" y="4"/>
                    <a:pt x="214" y="4"/>
                  </a:cubicBezTo>
                  <a:cubicBezTo>
                    <a:pt x="209" y="4"/>
                    <a:pt x="205" y="4"/>
                    <a:pt x="201" y="6"/>
                  </a:cubicBezTo>
                  <a:cubicBezTo>
                    <a:pt x="199" y="7"/>
                    <a:pt x="198" y="9"/>
                    <a:pt x="196" y="10"/>
                  </a:cubicBezTo>
                  <a:cubicBezTo>
                    <a:pt x="194" y="11"/>
                    <a:pt x="192" y="13"/>
                    <a:pt x="191" y="14"/>
                  </a:cubicBezTo>
                  <a:cubicBezTo>
                    <a:pt x="188" y="17"/>
                    <a:pt x="185" y="21"/>
                    <a:pt x="182" y="24"/>
                  </a:cubicBezTo>
                  <a:cubicBezTo>
                    <a:pt x="176" y="31"/>
                    <a:pt x="170" y="38"/>
                    <a:pt x="163" y="44"/>
                  </a:cubicBezTo>
                  <a:cubicBezTo>
                    <a:pt x="155" y="50"/>
                    <a:pt x="147" y="54"/>
                    <a:pt x="137" y="56"/>
                  </a:cubicBezTo>
                  <a:cubicBezTo>
                    <a:pt x="132" y="56"/>
                    <a:pt x="128" y="56"/>
                    <a:pt x="123" y="56"/>
                  </a:cubicBezTo>
                  <a:cubicBezTo>
                    <a:pt x="118" y="55"/>
                    <a:pt x="114" y="53"/>
                    <a:pt x="110" y="49"/>
                  </a:cubicBezTo>
                  <a:cubicBezTo>
                    <a:pt x="106" y="46"/>
                    <a:pt x="104" y="43"/>
                    <a:pt x="101" y="39"/>
                  </a:cubicBezTo>
                  <a:cubicBezTo>
                    <a:pt x="98" y="36"/>
                    <a:pt x="95" y="32"/>
                    <a:pt x="91" y="30"/>
                  </a:cubicBezTo>
                  <a:cubicBezTo>
                    <a:pt x="84" y="25"/>
                    <a:pt x="75" y="22"/>
                    <a:pt x="67" y="22"/>
                  </a:cubicBezTo>
                  <a:cubicBezTo>
                    <a:pt x="58" y="22"/>
                    <a:pt x="50" y="27"/>
                    <a:pt x="44" y="33"/>
                  </a:cubicBezTo>
                  <a:cubicBezTo>
                    <a:pt x="37" y="39"/>
                    <a:pt x="31" y="46"/>
                    <a:pt x="26" y="54"/>
                  </a:cubicBezTo>
                  <a:cubicBezTo>
                    <a:pt x="16" y="68"/>
                    <a:pt x="8" y="85"/>
                    <a:pt x="0" y="101"/>
                  </a:cubicBezTo>
                  <a:close/>
                </a:path>
              </a:pathLst>
            </a:custGeom>
            <a:solidFill>
              <a:srgbClr val="B199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7" name="ïşľîḋé"/>
            <p:cNvSpPr/>
            <p:nvPr/>
          </p:nvSpPr>
          <p:spPr bwMode="auto">
            <a:xfrm>
              <a:off x="6274578" y="1002721"/>
              <a:ext cx="792887" cy="830984"/>
            </a:xfrm>
            <a:custGeom>
              <a:avLst/>
              <a:gdLst>
                <a:gd name="T0" fmla="*/ 140 w 160"/>
                <a:gd name="T1" fmla="*/ 0 h 168"/>
                <a:gd name="T2" fmla="*/ 20 w 160"/>
                <a:gd name="T3" fmla="*/ 0 h 168"/>
                <a:gd name="T4" fmla="*/ 0 w 160"/>
                <a:gd name="T5" fmla="*/ 20 h 168"/>
                <a:gd name="T6" fmla="*/ 0 w 160"/>
                <a:gd name="T7" fmla="*/ 116 h 168"/>
                <a:gd name="T8" fmla="*/ 20 w 160"/>
                <a:gd name="T9" fmla="*/ 136 h 168"/>
                <a:gd name="T10" fmla="*/ 53 w 160"/>
                <a:gd name="T11" fmla="*/ 136 h 168"/>
                <a:gd name="T12" fmla="*/ 38 w 160"/>
                <a:gd name="T13" fmla="*/ 168 h 168"/>
                <a:gd name="T14" fmla="*/ 87 w 160"/>
                <a:gd name="T15" fmla="*/ 136 h 168"/>
                <a:gd name="T16" fmla="*/ 140 w 160"/>
                <a:gd name="T17" fmla="*/ 136 h 168"/>
                <a:gd name="T18" fmla="*/ 160 w 160"/>
                <a:gd name="T19" fmla="*/ 116 h 168"/>
                <a:gd name="T20" fmla="*/ 160 w 160"/>
                <a:gd name="T21" fmla="*/ 20 h 168"/>
                <a:gd name="T22" fmla="*/ 140 w 160"/>
                <a:gd name="T23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0" h="168">
                  <a:moveTo>
                    <a:pt x="140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7"/>
                    <a:pt x="9" y="136"/>
                    <a:pt x="20" y="136"/>
                  </a:cubicBezTo>
                  <a:cubicBezTo>
                    <a:pt x="53" y="136"/>
                    <a:pt x="53" y="136"/>
                    <a:pt x="53" y="136"/>
                  </a:cubicBezTo>
                  <a:cubicBezTo>
                    <a:pt x="38" y="168"/>
                    <a:pt x="38" y="168"/>
                    <a:pt x="38" y="168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51" y="136"/>
                    <a:pt x="160" y="127"/>
                    <a:pt x="160" y="116"/>
                  </a:cubicBezTo>
                  <a:cubicBezTo>
                    <a:pt x="160" y="20"/>
                    <a:pt x="160" y="20"/>
                    <a:pt x="160" y="20"/>
                  </a:cubicBezTo>
                  <a:cubicBezTo>
                    <a:pt x="160" y="9"/>
                    <a:pt x="151" y="0"/>
                    <a:pt x="140" y="0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8" name="išļíḍê"/>
            <p:cNvSpPr/>
            <p:nvPr/>
          </p:nvSpPr>
          <p:spPr bwMode="auto">
            <a:xfrm>
              <a:off x="6384106" y="1155108"/>
              <a:ext cx="545259" cy="452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9" name="ïš1íḑê"/>
            <p:cNvSpPr/>
            <p:nvPr/>
          </p:nvSpPr>
          <p:spPr bwMode="auto">
            <a:xfrm>
              <a:off x="6384106" y="1250349"/>
              <a:ext cx="545259" cy="452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0" name="iSḷíḑê"/>
            <p:cNvSpPr/>
            <p:nvPr/>
          </p:nvSpPr>
          <p:spPr bwMode="auto">
            <a:xfrm>
              <a:off x="6384106" y="1338448"/>
              <a:ext cx="545259" cy="452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1" name="íŝľiḓè"/>
            <p:cNvSpPr/>
            <p:nvPr/>
          </p:nvSpPr>
          <p:spPr bwMode="auto">
            <a:xfrm>
              <a:off x="6384106" y="1428928"/>
              <a:ext cx="295249" cy="428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2" name="îśľîḓè"/>
            <p:cNvSpPr/>
            <p:nvPr/>
          </p:nvSpPr>
          <p:spPr bwMode="auto">
            <a:xfrm>
              <a:off x="3712579" y="2636114"/>
              <a:ext cx="366680" cy="473828"/>
            </a:xfrm>
            <a:custGeom>
              <a:avLst/>
              <a:gdLst>
                <a:gd name="T0" fmla="*/ 52 w 74"/>
                <a:gd name="T1" fmla="*/ 0 h 96"/>
                <a:gd name="T2" fmla="*/ 59 w 74"/>
                <a:gd name="T3" fmla="*/ 28 h 96"/>
                <a:gd name="T4" fmla="*/ 37 w 74"/>
                <a:gd name="T5" fmla="*/ 66 h 96"/>
                <a:gd name="T6" fmla="*/ 37 w 74"/>
                <a:gd name="T7" fmla="*/ 76 h 96"/>
                <a:gd name="T8" fmla="*/ 45 w 74"/>
                <a:gd name="T9" fmla="*/ 80 h 96"/>
                <a:gd name="T10" fmla="*/ 36 w 74"/>
                <a:gd name="T11" fmla="*/ 95 h 96"/>
                <a:gd name="T12" fmla="*/ 10 w 74"/>
                <a:gd name="T13" fmla="*/ 78 h 96"/>
                <a:gd name="T14" fmla="*/ 11 w 74"/>
                <a:gd name="T15" fmla="*/ 63 h 96"/>
                <a:gd name="T16" fmla="*/ 10 w 74"/>
                <a:gd name="T17" fmla="*/ 48 h 96"/>
                <a:gd name="T18" fmla="*/ 3 w 74"/>
                <a:gd name="T19" fmla="*/ 31 h 96"/>
                <a:gd name="T20" fmla="*/ 18 w 74"/>
                <a:gd name="T21" fmla="*/ 33 h 96"/>
                <a:gd name="T22" fmla="*/ 19 w 74"/>
                <a:gd name="T23" fmla="*/ 39 h 96"/>
                <a:gd name="T24" fmla="*/ 24 w 74"/>
                <a:gd name="T25" fmla="*/ 38 h 96"/>
                <a:gd name="T26" fmla="*/ 21 w 74"/>
                <a:gd name="T27" fmla="*/ 27 h 96"/>
                <a:gd name="T28" fmla="*/ 18 w 74"/>
                <a:gd name="T29" fmla="*/ 10 h 96"/>
                <a:gd name="T30" fmla="*/ 35 w 74"/>
                <a:gd name="T31" fmla="*/ 4 h 96"/>
                <a:gd name="T32" fmla="*/ 52 w 74"/>
                <a:gd name="T33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4" h="96">
                  <a:moveTo>
                    <a:pt x="52" y="0"/>
                  </a:moveTo>
                  <a:cubicBezTo>
                    <a:pt x="52" y="0"/>
                    <a:pt x="57" y="19"/>
                    <a:pt x="59" y="28"/>
                  </a:cubicBezTo>
                  <a:cubicBezTo>
                    <a:pt x="61" y="39"/>
                    <a:pt x="74" y="57"/>
                    <a:pt x="37" y="66"/>
                  </a:cubicBezTo>
                  <a:cubicBezTo>
                    <a:pt x="37" y="66"/>
                    <a:pt x="35" y="74"/>
                    <a:pt x="37" y="76"/>
                  </a:cubicBezTo>
                  <a:cubicBezTo>
                    <a:pt x="39" y="77"/>
                    <a:pt x="45" y="80"/>
                    <a:pt x="45" y="80"/>
                  </a:cubicBezTo>
                  <a:cubicBezTo>
                    <a:pt x="45" y="80"/>
                    <a:pt x="53" y="96"/>
                    <a:pt x="36" y="95"/>
                  </a:cubicBezTo>
                  <a:cubicBezTo>
                    <a:pt x="19" y="94"/>
                    <a:pt x="10" y="78"/>
                    <a:pt x="10" y="78"/>
                  </a:cubicBezTo>
                  <a:cubicBezTo>
                    <a:pt x="10" y="78"/>
                    <a:pt x="12" y="70"/>
                    <a:pt x="11" y="63"/>
                  </a:cubicBezTo>
                  <a:cubicBezTo>
                    <a:pt x="11" y="56"/>
                    <a:pt x="10" y="48"/>
                    <a:pt x="10" y="48"/>
                  </a:cubicBezTo>
                  <a:cubicBezTo>
                    <a:pt x="10" y="48"/>
                    <a:pt x="0" y="40"/>
                    <a:pt x="3" y="31"/>
                  </a:cubicBezTo>
                  <a:cubicBezTo>
                    <a:pt x="5" y="23"/>
                    <a:pt x="17" y="26"/>
                    <a:pt x="18" y="33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2"/>
                    <a:pt x="21" y="27"/>
                  </a:cubicBezTo>
                  <a:cubicBezTo>
                    <a:pt x="18" y="21"/>
                    <a:pt x="18" y="10"/>
                    <a:pt x="18" y="10"/>
                  </a:cubicBezTo>
                  <a:cubicBezTo>
                    <a:pt x="18" y="10"/>
                    <a:pt x="31" y="8"/>
                    <a:pt x="35" y="4"/>
                  </a:cubicBezTo>
                  <a:cubicBezTo>
                    <a:pt x="39" y="1"/>
                    <a:pt x="52" y="0"/>
                    <a:pt x="52" y="0"/>
                  </a:cubicBezTo>
                  <a:close/>
                </a:path>
              </a:pathLst>
            </a:custGeom>
            <a:solidFill>
              <a:srgbClr val="F7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3" name="îṧļíďè"/>
            <p:cNvSpPr/>
            <p:nvPr/>
          </p:nvSpPr>
          <p:spPr bwMode="auto">
            <a:xfrm>
              <a:off x="3667338" y="2645638"/>
              <a:ext cx="164293" cy="183341"/>
            </a:xfrm>
            <a:custGeom>
              <a:avLst/>
              <a:gdLst>
                <a:gd name="T0" fmla="*/ 12 w 33"/>
                <a:gd name="T1" fmla="*/ 29 h 37"/>
                <a:gd name="T2" fmla="*/ 27 w 33"/>
                <a:gd name="T3" fmla="*/ 31 h 37"/>
                <a:gd name="T4" fmla="*/ 28 w 33"/>
                <a:gd name="T5" fmla="*/ 37 h 37"/>
                <a:gd name="T6" fmla="*/ 33 w 33"/>
                <a:gd name="T7" fmla="*/ 36 h 37"/>
                <a:gd name="T8" fmla="*/ 30 w 33"/>
                <a:gd name="T9" fmla="*/ 25 h 37"/>
                <a:gd name="T10" fmla="*/ 27 w 33"/>
                <a:gd name="T11" fmla="*/ 8 h 37"/>
                <a:gd name="T12" fmla="*/ 7 w 33"/>
                <a:gd name="T13" fmla="*/ 0 h 37"/>
                <a:gd name="T14" fmla="*/ 2 w 33"/>
                <a:gd name="T15" fmla="*/ 13 h 37"/>
                <a:gd name="T16" fmla="*/ 12 w 33"/>
                <a:gd name="T17" fmla="*/ 36 h 37"/>
                <a:gd name="T18" fmla="*/ 12 w 33"/>
                <a:gd name="T19" fmla="*/ 36 h 37"/>
                <a:gd name="T20" fmla="*/ 12 w 33"/>
                <a:gd name="T21" fmla="*/ 2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" h="37">
                  <a:moveTo>
                    <a:pt x="12" y="29"/>
                  </a:moveTo>
                  <a:cubicBezTo>
                    <a:pt x="14" y="21"/>
                    <a:pt x="26" y="24"/>
                    <a:pt x="27" y="31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3" y="36"/>
                    <a:pt x="33" y="30"/>
                    <a:pt x="30" y="25"/>
                  </a:cubicBezTo>
                  <a:cubicBezTo>
                    <a:pt x="27" y="19"/>
                    <a:pt x="27" y="8"/>
                    <a:pt x="27" y="8"/>
                  </a:cubicBezTo>
                  <a:cubicBezTo>
                    <a:pt x="12" y="9"/>
                    <a:pt x="7" y="0"/>
                    <a:pt x="7" y="0"/>
                  </a:cubicBezTo>
                  <a:cubicBezTo>
                    <a:pt x="7" y="0"/>
                    <a:pt x="0" y="2"/>
                    <a:pt x="2" y="13"/>
                  </a:cubicBezTo>
                  <a:cubicBezTo>
                    <a:pt x="3" y="23"/>
                    <a:pt x="12" y="36"/>
                    <a:pt x="12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1" y="34"/>
                    <a:pt x="11" y="31"/>
                    <a:pt x="12" y="29"/>
                  </a:cubicBezTo>
                  <a:close/>
                </a:path>
              </a:pathLst>
            </a:custGeom>
            <a:solidFill>
              <a:srgbClr val="361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4" name="iŝḷïḋê"/>
            <p:cNvSpPr/>
            <p:nvPr/>
          </p:nvSpPr>
          <p:spPr bwMode="auto">
            <a:xfrm>
              <a:off x="3667338" y="2512300"/>
              <a:ext cx="357156" cy="176197"/>
            </a:xfrm>
            <a:custGeom>
              <a:avLst/>
              <a:gdLst>
                <a:gd name="T0" fmla="*/ 60 w 72"/>
                <a:gd name="T1" fmla="*/ 1 h 36"/>
                <a:gd name="T2" fmla="*/ 48 w 72"/>
                <a:gd name="T3" fmla="*/ 7 h 36"/>
                <a:gd name="T4" fmla="*/ 39 w 72"/>
                <a:gd name="T5" fmla="*/ 7 h 36"/>
                <a:gd name="T6" fmla="*/ 7 w 72"/>
                <a:gd name="T7" fmla="*/ 27 h 36"/>
                <a:gd name="T8" fmla="*/ 27 w 72"/>
                <a:gd name="T9" fmla="*/ 35 h 36"/>
                <a:gd name="T10" fmla="*/ 44 w 72"/>
                <a:gd name="T11" fmla="*/ 29 h 36"/>
                <a:gd name="T12" fmla="*/ 61 w 72"/>
                <a:gd name="T13" fmla="*/ 25 h 36"/>
                <a:gd name="T14" fmla="*/ 72 w 72"/>
                <a:gd name="T15" fmla="*/ 14 h 36"/>
                <a:gd name="T16" fmla="*/ 60 w 72"/>
                <a:gd name="T17" fmla="*/ 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36">
                  <a:moveTo>
                    <a:pt x="60" y="1"/>
                  </a:moveTo>
                  <a:cubicBezTo>
                    <a:pt x="53" y="1"/>
                    <a:pt x="48" y="7"/>
                    <a:pt x="48" y="7"/>
                  </a:cubicBezTo>
                  <a:cubicBezTo>
                    <a:pt x="48" y="7"/>
                    <a:pt x="45" y="8"/>
                    <a:pt x="39" y="7"/>
                  </a:cubicBezTo>
                  <a:cubicBezTo>
                    <a:pt x="33" y="6"/>
                    <a:pt x="0" y="8"/>
                    <a:pt x="7" y="27"/>
                  </a:cubicBezTo>
                  <a:cubicBezTo>
                    <a:pt x="7" y="27"/>
                    <a:pt x="12" y="36"/>
                    <a:pt x="27" y="35"/>
                  </a:cubicBezTo>
                  <a:cubicBezTo>
                    <a:pt x="27" y="35"/>
                    <a:pt x="40" y="33"/>
                    <a:pt x="44" y="29"/>
                  </a:cubicBezTo>
                  <a:cubicBezTo>
                    <a:pt x="48" y="26"/>
                    <a:pt x="61" y="25"/>
                    <a:pt x="61" y="25"/>
                  </a:cubicBezTo>
                  <a:cubicBezTo>
                    <a:pt x="61" y="25"/>
                    <a:pt x="71" y="23"/>
                    <a:pt x="72" y="14"/>
                  </a:cubicBezTo>
                  <a:cubicBezTo>
                    <a:pt x="72" y="5"/>
                    <a:pt x="67" y="0"/>
                    <a:pt x="60" y="1"/>
                  </a:cubicBezTo>
                  <a:close/>
                </a:path>
              </a:pathLst>
            </a:custGeom>
            <a:solidFill>
              <a:srgbClr val="361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5" name="ïṥ1îďê"/>
            <p:cNvSpPr/>
            <p:nvPr/>
          </p:nvSpPr>
          <p:spPr bwMode="auto">
            <a:xfrm>
              <a:off x="3974493" y="4331415"/>
              <a:ext cx="278582" cy="866698"/>
            </a:xfrm>
            <a:custGeom>
              <a:avLst/>
              <a:gdLst>
                <a:gd name="T0" fmla="*/ 19 w 56"/>
                <a:gd name="T1" fmla="*/ 175 h 175"/>
                <a:gd name="T2" fmla="*/ 33 w 56"/>
                <a:gd name="T3" fmla="*/ 171 h 175"/>
                <a:gd name="T4" fmla="*/ 40 w 56"/>
                <a:gd name="T5" fmla="*/ 163 h 175"/>
                <a:gd name="T6" fmla="*/ 44 w 56"/>
                <a:gd name="T7" fmla="*/ 111 h 175"/>
                <a:gd name="T8" fmla="*/ 51 w 56"/>
                <a:gd name="T9" fmla="*/ 76 h 175"/>
                <a:gd name="T10" fmla="*/ 56 w 56"/>
                <a:gd name="T11" fmla="*/ 0 h 175"/>
                <a:gd name="T12" fmla="*/ 4 w 56"/>
                <a:gd name="T13" fmla="*/ 8 h 175"/>
                <a:gd name="T14" fmla="*/ 4 w 56"/>
                <a:gd name="T15" fmla="*/ 12 h 175"/>
                <a:gd name="T16" fmla="*/ 0 w 56"/>
                <a:gd name="T17" fmla="*/ 12 h 175"/>
                <a:gd name="T18" fmla="*/ 12 w 56"/>
                <a:gd name="T19" fmla="*/ 68 h 175"/>
                <a:gd name="T20" fmla="*/ 9 w 56"/>
                <a:gd name="T21" fmla="*/ 104 h 175"/>
                <a:gd name="T22" fmla="*/ 19 w 56"/>
                <a:gd name="T23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" h="175">
                  <a:moveTo>
                    <a:pt x="19" y="175"/>
                  </a:moveTo>
                  <a:cubicBezTo>
                    <a:pt x="19" y="175"/>
                    <a:pt x="32" y="175"/>
                    <a:pt x="33" y="171"/>
                  </a:cubicBezTo>
                  <a:cubicBezTo>
                    <a:pt x="33" y="167"/>
                    <a:pt x="38" y="162"/>
                    <a:pt x="40" y="163"/>
                  </a:cubicBezTo>
                  <a:cubicBezTo>
                    <a:pt x="41" y="151"/>
                    <a:pt x="42" y="125"/>
                    <a:pt x="44" y="111"/>
                  </a:cubicBezTo>
                  <a:cubicBezTo>
                    <a:pt x="45" y="93"/>
                    <a:pt x="50" y="84"/>
                    <a:pt x="51" y="76"/>
                  </a:cubicBezTo>
                  <a:cubicBezTo>
                    <a:pt x="52" y="68"/>
                    <a:pt x="55" y="15"/>
                    <a:pt x="56" y="0"/>
                  </a:cubicBezTo>
                  <a:cubicBezTo>
                    <a:pt x="32" y="11"/>
                    <a:pt x="4" y="8"/>
                    <a:pt x="4" y="8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3" y="12"/>
                    <a:pt x="0" y="12"/>
                  </a:cubicBezTo>
                  <a:cubicBezTo>
                    <a:pt x="4" y="29"/>
                    <a:pt x="11" y="59"/>
                    <a:pt x="12" y="68"/>
                  </a:cubicBezTo>
                  <a:cubicBezTo>
                    <a:pt x="13" y="79"/>
                    <a:pt x="7" y="85"/>
                    <a:pt x="9" y="104"/>
                  </a:cubicBezTo>
                  <a:cubicBezTo>
                    <a:pt x="11" y="122"/>
                    <a:pt x="19" y="175"/>
                    <a:pt x="19" y="175"/>
                  </a:cubicBezTo>
                  <a:close/>
                </a:path>
              </a:pathLst>
            </a:custGeom>
            <a:solidFill>
              <a:srgbClr val="F7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6" name="îṣľîḋé"/>
            <p:cNvSpPr/>
            <p:nvPr/>
          </p:nvSpPr>
          <p:spPr bwMode="auto">
            <a:xfrm>
              <a:off x="3969731" y="4331415"/>
              <a:ext cx="283345" cy="178579"/>
            </a:xfrm>
            <a:custGeom>
              <a:avLst/>
              <a:gdLst>
                <a:gd name="T0" fmla="*/ 57 w 57"/>
                <a:gd name="T1" fmla="*/ 0 h 36"/>
                <a:gd name="T2" fmla="*/ 23 w 57"/>
                <a:gd name="T3" fmla="*/ 7 h 36"/>
                <a:gd name="T4" fmla="*/ 0 w 57"/>
                <a:gd name="T5" fmla="*/ 6 h 36"/>
                <a:gd name="T6" fmla="*/ 0 w 57"/>
                <a:gd name="T7" fmla="*/ 6 h 36"/>
                <a:gd name="T8" fmla="*/ 7 w 57"/>
                <a:gd name="T9" fmla="*/ 36 h 36"/>
                <a:gd name="T10" fmla="*/ 57 w 57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6">
                  <a:moveTo>
                    <a:pt x="57" y="0"/>
                  </a:moveTo>
                  <a:cubicBezTo>
                    <a:pt x="49" y="1"/>
                    <a:pt x="34" y="7"/>
                    <a:pt x="23" y="7"/>
                  </a:cubicBezTo>
                  <a:cubicBezTo>
                    <a:pt x="12" y="8"/>
                    <a:pt x="6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4" y="22"/>
                    <a:pt x="7" y="36"/>
                  </a:cubicBezTo>
                  <a:cubicBezTo>
                    <a:pt x="23" y="12"/>
                    <a:pt x="57" y="0"/>
                    <a:pt x="57" y="0"/>
                  </a:cubicBezTo>
                  <a:close/>
                </a:path>
              </a:pathLst>
            </a:custGeom>
            <a:solidFill>
              <a:srgbClr val="D898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7" name="i$1iďe"/>
            <p:cNvSpPr/>
            <p:nvPr/>
          </p:nvSpPr>
          <p:spPr bwMode="auto">
            <a:xfrm>
              <a:off x="3534000" y="3021843"/>
              <a:ext cx="673835" cy="745266"/>
            </a:xfrm>
            <a:custGeom>
              <a:avLst/>
              <a:gdLst>
                <a:gd name="T0" fmla="*/ 117 w 136"/>
                <a:gd name="T1" fmla="*/ 56 h 151"/>
                <a:gd name="T2" fmla="*/ 136 w 136"/>
                <a:gd name="T3" fmla="*/ 42 h 151"/>
                <a:gd name="T4" fmla="*/ 111 w 136"/>
                <a:gd name="T5" fmla="*/ 10 h 151"/>
                <a:gd name="T6" fmla="*/ 80 w 136"/>
                <a:gd name="T7" fmla="*/ 1 h 151"/>
                <a:gd name="T8" fmla="*/ 71 w 136"/>
                <a:gd name="T9" fmla="*/ 15 h 151"/>
                <a:gd name="T10" fmla="*/ 46 w 136"/>
                <a:gd name="T11" fmla="*/ 0 h 151"/>
                <a:gd name="T12" fmla="*/ 14 w 136"/>
                <a:gd name="T13" fmla="*/ 11 h 151"/>
                <a:gd name="T14" fmla="*/ 1 w 136"/>
                <a:gd name="T15" fmla="*/ 48 h 151"/>
                <a:gd name="T16" fmla="*/ 0 w 136"/>
                <a:gd name="T17" fmla="*/ 66 h 151"/>
                <a:gd name="T18" fmla="*/ 32 w 136"/>
                <a:gd name="T19" fmla="*/ 69 h 151"/>
                <a:gd name="T20" fmla="*/ 24 w 136"/>
                <a:gd name="T21" fmla="*/ 113 h 151"/>
                <a:gd name="T22" fmla="*/ 20 w 136"/>
                <a:gd name="T23" fmla="*/ 144 h 151"/>
                <a:gd name="T24" fmla="*/ 53 w 136"/>
                <a:gd name="T25" fmla="*/ 150 h 151"/>
                <a:gd name="T26" fmla="*/ 136 w 136"/>
                <a:gd name="T27" fmla="*/ 143 h 151"/>
                <a:gd name="T28" fmla="*/ 125 w 136"/>
                <a:gd name="T29" fmla="*/ 88 h 151"/>
                <a:gd name="T30" fmla="*/ 117 w 136"/>
                <a:gd name="T31" fmla="*/ 5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6" h="151">
                  <a:moveTo>
                    <a:pt x="117" y="56"/>
                  </a:moveTo>
                  <a:cubicBezTo>
                    <a:pt x="117" y="56"/>
                    <a:pt x="131" y="50"/>
                    <a:pt x="136" y="42"/>
                  </a:cubicBezTo>
                  <a:cubicBezTo>
                    <a:pt x="136" y="42"/>
                    <a:pt x="119" y="15"/>
                    <a:pt x="111" y="10"/>
                  </a:cubicBezTo>
                  <a:cubicBezTo>
                    <a:pt x="103" y="5"/>
                    <a:pt x="80" y="1"/>
                    <a:pt x="80" y="1"/>
                  </a:cubicBezTo>
                  <a:cubicBezTo>
                    <a:pt x="80" y="1"/>
                    <a:pt x="90" y="16"/>
                    <a:pt x="71" y="15"/>
                  </a:cubicBezTo>
                  <a:cubicBezTo>
                    <a:pt x="52" y="14"/>
                    <a:pt x="46" y="0"/>
                    <a:pt x="46" y="0"/>
                  </a:cubicBezTo>
                  <a:cubicBezTo>
                    <a:pt x="46" y="0"/>
                    <a:pt x="20" y="8"/>
                    <a:pt x="14" y="11"/>
                  </a:cubicBezTo>
                  <a:cubicBezTo>
                    <a:pt x="7" y="15"/>
                    <a:pt x="2" y="30"/>
                    <a:pt x="1" y="48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6"/>
                    <a:pt x="13" y="69"/>
                    <a:pt x="32" y="69"/>
                  </a:cubicBezTo>
                  <a:cubicBezTo>
                    <a:pt x="32" y="69"/>
                    <a:pt x="28" y="96"/>
                    <a:pt x="24" y="113"/>
                  </a:cubicBezTo>
                  <a:cubicBezTo>
                    <a:pt x="20" y="130"/>
                    <a:pt x="20" y="144"/>
                    <a:pt x="20" y="144"/>
                  </a:cubicBezTo>
                  <a:cubicBezTo>
                    <a:pt x="20" y="144"/>
                    <a:pt x="25" y="151"/>
                    <a:pt x="53" y="150"/>
                  </a:cubicBezTo>
                  <a:cubicBezTo>
                    <a:pt x="81" y="148"/>
                    <a:pt x="136" y="143"/>
                    <a:pt x="136" y="143"/>
                  </a:cubicBezTo>
                  <a:cubicBezTo>
                    <a:pt x="136" y="143"/>
                    <a:pt x="129" y="102"/>
                    <a:pt x="125" y="88"/>
                  </a:cubicBezTo>
                  <a:cubicBezTo>
                    <a:pt x="122" y="73"/>
                    <a:pt x="117" y="56"/>
                    <a:pt x="117" y="56"/>
                  </a:cubicBezTo>
                  <a:close/>
                </a:path>
              </a:pathLst>
            </a:custGeom>
            <a:solidFill>
              <a:srgbClr val="D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8" name="íṡ1îḓê"/>
            <p:cNvSpPr/>
            <p:nvPr/>
          </p:nvSpPr>
          <p:spPr bwMode="auto">
            <a:xfrm>
              <a:off x="4064973" y="3164705"/>
              <a:ext cx="50003" cy="133338"/>
            </a:xfrm>
            <a:custGeom>
              <a:avLst/>
              <a:gdLst>
                <a:gd name="T0" fmla="*/ 10 w 10"/>
                <a:gd name="T1" fmla="*/ 27 h 27"/>
                <a:gd name="T2" fmla="*/ 0 w 10"/>
                <a:gd name="T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" h="27">
                  <a:moveTo>
                    <a:pt x="10" y="27"/>
                  </a:moveTo>
                  <a:cubicBezTo>
                    <a:pt x="10" y="27"/>
                    <a:pt x="8" y="11"/>
                    <a:pt x="0" y="0"/>
                  </a:cubicBezTo>
                </a:path>
              </a:pathLst>
            </a:custGeom>
            <a:noFill/>
            <a:ln w="12700" cap="flat">
              <a:solidFill>
                <a:srgbClr val="0A0A0C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9" name="iŝ1íḋê"/>
            <p:cNvSpPr/>
            <p:nvPr/>
          </p:nvSpPr>
          <p:spPr bwMode="auto">
            <a:xfrm>
              <a:off x="4114974" y="3228994"/>
              <a:ext cx="188103" cy="459541"/>
            </a:xfrm>
            <a:custGeom>
              <a:avLst/>
              <a:gdLst>
                <a:gd name="T0" fmla="*/ 30 w 38"/>
                <a:gd name="T1" fmla="*/ 48 h 93"/>
                <a:gd name="T2" fmla="*/ 19 w 38"/>
                <a:gd name="T3" fmla="*/ 0 h 93"/>
                <a:gd name="T4" fmla="*/ 18 w 38"/>
                <a:gd name="T5" fmla="*/ 1 h 93"/>
                <a:gd name="T6" fmla="*/ 0 w 38"/>
                <a:gd name="T7" fmla="*/ 14 h 93"/>
                <a:gd name="T8" fmla="*/ 8 w 38"/>
                <a:gd name="T9" fmla="*/ 46 h 93"/>
                <a:gd name="T10" fmla="*/ 17 w 38"/>
                <a:gd name="T11" fmla="*/ 93 h 93"/>
                <a:gd name="T12" fmla="*/ 19 w 38"/>
                <a:gd name="T13" fmla="*/ 93 h 93"/>
                <a:gd name="T14" fmla="*/ 38 w 38"/>
                <a:gd name="T15" fmla="*/ 67 h 93"/>
                <a:gd name="T16" fmla="*/ 30 w 38"/>
                <a:gd name="T17" fmla="*/ 48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93">
                  <a:moveTo>
                    <a:pt x="30" y="48"/>
                  </a:moveTo>
                  <a:cubicBezTo>
                    <a:pt x="29" y="31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3" y="8"/>
                    <a:pt x="0" y="14"/>
                    <a:pt x="0" y="14"/>
                  </a:cubicBezTo>
                  <a:cubicBezTo>
                    <a:pt x="0" y="14"/>
                    <a:pt x="5" y="31"/>
                    <a:pt x="8" y="46"/>
                  </a:cubicBezTo>
                  <a:cubicBezTo>
                    <a:pt x="11" y="56"/>
                    <a:pt x="15" y="80"/>
                    <a:pt x="17" y="93"/>
                  </a:cubicBezTo>
                  <a:cubicBezTo>
                    <a:pt x="18" y="93"/>
                    <a:pt x="18" y="93"/>
                    <a:pt x="19" y="93"/>
                  </a:cubicBezTo>
                  <a:cubicBezTo>
                    <a:pt x="27" y="89"/>
                    <a:pt x="38" y="67"/>
                    <a:pt x="38" y="67"/>
                  </a:cubicBezTo>
                  <a:lnTo>
                    <a:pt x="30" y="48"/>
                  </a:lnTo>
                  <a:close/>
                </a:path>
              </a:pathLst>
            </a:custGeom>
            <a:solidFill>
              <a:srgbClr val="D898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0" name="iṥľîde"/>
            <p:cNvSpPr/>
            <p:nvPr/>
          </p:nvSpPr>
          <p:spPr bwMode="auto">
            <a:xfrm>
              <a:off x="3579241" y="3729012"/>
              <a:ext cx="688121" cy="685739"/>
            </a:xfrm>
            <a:custGeom>
              <a:avLst/>
              <a:gdLst>
                <a:gd name="T0" fmla="*/ 133 w 139"/>
                <a:gd name="T1" fmla="*/ 45 h 139"/>
                <a:gd name="T2" fmla="*/ 127 w 139"/>
                <a:gd name="T3" fmla="*/ 0 h 139"/>
                <a:gd name="T4" fmla="*/ 44 w 139"/>
                <a:gd name="T5" fmla="*/ 7 h 139"/>
                <a:gd name="T6" fmla="*/ 11 w 139"/>
                <a:gd name="T7" fmla="*/ 1 h 139"/>
                <a:gd name="T8" fmla="*/ 4 w 139"/>
                <a:gd name="T9" fmla="*/ 68 h 139"/>
                <a:gd name="T10" fmla="*/ 7 w 139"/>
                <a:gd name="T11" fmla="*/ 132 h 139"/>
                <a:gd name="T12" fmla="*/ 42 w 139"/>
                <a:gd name="T13" fmla="*/ 138 h 139"/>
                <a:gd name="T14" fmla="*/ 84 w 139"/>
                <a:gd name="T15" fmla="*/ 134 h 139"/>
                <a:gd name="T16" fmla="*/ 84 w 139"/>
                <a:gd name="T17" fmla="*/ 130 h 139"/>
                <a:gd name="T18" fmla="*/ 139 w 139"/>
                <a:gd name="T19" fmla="*/ 121 h 139"/>
                <a:gd name="T20" fmla="*/ 133 w 139"/>
                <a:gd name="T21" fmla="*/ 45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9" h="139">
                  <a:moveTo>
                    <a:pt x="133" y="45"/>
                  </a:moveTo>
                  <a:cubicBezTo>
                    <a:pt x="132" y="27"/>
                    <a:pt x="127" y="0"/>
                    <a:pt x="127" y="0"/>
                  </a:cubicBezTo>
                  <a:cubicBezTo>
                    <a:pt x="127" y="0"/>
                    <a:pt x="72" y="5"/>
                    <a:pt x="44" y="7"/>
                  </a:cubicBezTo>
                  <a:cubicBezTo>
                    <a:pt x="16" y="8"/>
                    <a:pt x="11" y="1"/>
                    <a:pt x="11" y="1"/>
                  </a:cubicBezTo>
                  <a:cubicBezTo>
                    <a:pt x="11" y="1"/>
                    <a:pt x="0" y="27"/>
                    <a:pt x="4" y="68"/>
                  </a:cubicBezTo>
                  <a:cubicBezTo>
                    <a:pt x="9" y="108"/>
                    <a:pt x="7" y="132"/>
                    <a:pt x="7" y="132"/>
                  </a:cubicBezTo>
                  <a:cubicBezTo>
                    <a:pt x="7" y="132"/>
                    <a:pt x="19" y="139"/>
                    <a:pt x="42" y="138"/>
                  </a:cubicBezTo>
                  <a:cubicBezTo>
                    <a:pt x="65" y="137"/>
                    <a:pt x="84" y="134"/>
                    <a:pt x="84" y="134"/>
                  </a:cubicBezTo>
                  <a:cubicBezTo>
                    <a:pt x="84" y="130"/>
                    <a:pt x="84" y="130"/>
                    <a:pt x="84" y="130"/>
                  </a:cubicBezTo>
                  <a:cubicBezTo>
                    <a:pt x="84" y="130"/>
                    <a:pt x="114" y="133"/>
                    <a:pt x="139" y="121"/>
                  </a:cubicBezTo>
                  <a:cubicBezTo>
                    <a:pt x="139" y="121"/>
                    <a:pt x="135" y="63"/>
                    <a:pt x="133" y="45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1" name="íşlîďe"/>
            <p:cNvSpPr/>
            <p:nvPr/>
          </p:nvSpPr>
          <p:spPr bwMode="auto">
            <a:xfrm>
              <a:off x="3800677" y="3643295"/>
              <a:ext cx="130958" cy="59527"/>
            </a:xfrm>
            <a:custGeom>
              <a:avLst/>
              <a:gdLst>
                <a:gd name="T0" fmla="*/ 0 w 26"/>
                <a:gd name="T1" fmla="*/ 0 h 12"/>
                <a:gd name="T2" fmla="*/ 6 w 26"/>
                <a:gd name="T3" fmla="*/ 4 h 12"/>
                <a:gd name="T4" fmla="*/ 12 w 26"/>
                <a:gd name="T5" fmla="*/ 7 h 12"/>
                <a:gd name="T6" fmla="*/ 19 w 26"/>
                <a:gd name="T7" fmla="*/ 10 h 12"/>
                <a:gd name="T8" fmla="*/ 26 w 26"/>
                <a:gd name="T9" fmla="*/ 12 h 12"/>
                <a:gd name="T10" fmla="*/ 19 w 26"/>
                <a:gd name="T11" fmla="*/ 11 h 12"/>
                <a:gd name="T12" fmla="*/ 11 w 26"/>
                <a:gd name="T13" fmla="*/ 9 h 12"/>
                <a:gd name="T14" fmla="*/ 0 w 26"/>
                <a:gd name="T1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12">
                  <a:moveTo>
                    <a:pt x="0" y="0"/>
                  </a:moveTo>
                  <a:cubicBezTo>
                    <a:pt x="2" y="1"/>
                    <a:pt x="4" y="2"/>
                    <a:pt x="6" y="4"/>
                  </a:cubicBezTo>
                  <a:cubicBezTo>
                    <a:pt x="8" y="5"/>
                    <a:pt x="10" y="6"/>
                    <a:pt x="12" y="7"/>
                  </a:cubicBezTo>
                  <a:cubicBezTo>
                    <a:pt x="14" y="8"/>
                    <a:pt x="17" y="9"/>
                    <a:pt x="19" y="10"/>
                  </a:cubicBezTo>
                  <a:cubicBezTo>
                    <a:pt x="21" y="11"/>
                    <a:pt x="24" y="11"/>
                    <a:pt x="26" y="12"/>
                  </a:cubicBezTo>
                  <a:cubicBezTo>
                    <a:pt x="24" y="12"/>
                    <a:pt x="21" y="12"/>
                    <a:pt x="19" y="11"/>
                  </a:cubicBezTo>
                  <a:cubicBezTo>
                    <a:pt x="16" y="11"/>
                    <a:pt x="14" y="10"/>
                    <a:pt x="11" y="9"/>
                  </a:cubicBezTo>
                  <a:cubicBezTo>
                    <a:pt x="7" y="7"/>
                    <a:pt x="3" y="4"/>
                    <a:pt x="0" y="0"/>
                  </a:cubicBezTo>
                  <a:close/>
                </a:path>
              </a:pathLst>
            </a:custGeom>
            <a:solidFill>
              <a:srgbClr val="BBAA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2" name="ïSļidé"/>
            <p:cNvSpPr/>
            <p:nvPr/>
          </p:nvSpPr>
          <p:spPr bwMode="auto">
            <a:xfrm>
              <a:off x="3905442" y="3643295"/>
              <a:ext cx="209532" cy="40478"/>
            </a:xfrm>
            <a:custGeom>
              <a:avLst/>
              <a:gdLst>
                <a:gd name="T0" fmla="*/ 0 w 42"/>
                <a:gd name="T1" fmla="*/ 0 h 8"/>
                <a:gd name="T2" fmla="*/ 10 w 42"/>
                <a:gd name="T3" fmla="*/ 3 h 8"/>
                <a:gd name="T4" fmla="*/ 21 w 42"/>
                <a:gd name="T5" fmla="*/ 5 h 8"/>
                <a:gd name="T6" fmla="*/ 31 w 42"/>
                <a:gd name="T7" fmla="*/ 7 h 8"/>
                <a:gd name="T8" fmla="*/ 42 w 42"/>
                <a:gd name="T9" fmla="*/ 7 h 8"/>
                <a:gd name="T10" fmla="*/ 31 w 42"/>
                <a:gd name="T11" fmla="*/ 8 h 8"/>
                <a:gd name="T12" fmla="*/ 20 w 42"/>
                <a:gd name="T13" fmla="*/ 7 h 8"/>
                <a:gd name="T14" fmla="*/ 0 w 42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8">
                  <a:moveTo>
                    <a:pt x="0" y="0"/>
                  </a:moveTo>
                  <a:cubicBezTo>
                    <a:pt x="3" y="1"/>
                    <a:pt x="7" y="2"/>
                    <a:pt x="10" y="3"/>
                  </a:cubicBezTo>
                  <a:cubicBezTo>
                    <a:pt x="14" y="4"/>
                    <a:pt x="17" y="4"/>
                    <a:pt x="21" y="5"/>
                  </a:cubicBezTo>
                  <a:cubicBezTo>
                    <a:pt x="24" y="6"/>
                    <a:pt x="28" y="6"/>
                    <a:pt x="31" y="7"/>
                  </a:cubicBezTo>
                  <a:cubicBezTo>
                    <a:pt x="35" y="7"/>
                    <a:pt x="39" y="7"/>
                    <a:pt x="42" y="7"/>
                  </a:cubicBezTo>
                  <a:cubicBezTo>
                    <a:pt x="39" y="8"/>
                    <a:pt x="35" y="8"/>
                    <a:pt x="31" y="8"/>
                  </a:cubicBezTo>
                  <a:cubicBezTo>
                    <a:pt x="28" y="8"/>
                    <a:pt x="24" y="8"/>
                    <a:pt x="20" y="7"/>
                  </a:cubicBezTo>
                  <a:cubicBezTo>
                    <a:pt x="13" y="6"/>
                    <a:pt x="6" y="3"/>
                    <a:pt x="0" y="0"/>
                  </a:cubicBezTo>
                  <a:close/>
                </a:path>
              </a:pathLst>
            </a:custGeom>
            <a:solidFill>
              <a:srgbClr val="BBAA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3" name="išḷîḑê"/>
            <p:cNvSpPr/>
            <p:nvPr/>
          </p:nvSpPr>
          <p:spPr bwMode="auto">
            <a:xfrm>
              <a:off x="3634004" y="3224232"/>
              <a:ext cx="107148" cy="509543"/>
            </a:xfrm>
            <a:custGeom>
              <a:avLst/>
              <a:gdLst>
                <a:gd name="T0" fmla="*/ 14 w 22"/>
                <a:gd name="T1" fmla="*/ 0 h 103"/>
                <a:gd name="T2" fmla="*/ 9 w 22"/>
                <a:gd name="T3" fmla="*/ 28 h 103"/>
                <a:gd name="T4" fmla="*/ 9 w 22"/>
                <a:gd name="T5" fmla="*/ 28 h 103"/>
                <a:gd name="T6" fmla="*/ 12 w 22"/>
                <a:gd name="T7" fmla="*/ 28 h 103"/>
                <a:gd name="T8" fmla="*/ 4 w 22"/>
                <a:gd name="T9" fmla="*/ 72 h 103"/>
                <a:gd name="T10" fmla="*/ 0 w 22"/>
                <a:gd name="T11" fmla="*/ 103 h 103"/>
                <a:gd name="T12" fmla="*/ 14 w 22"/>
                <a:gd name="T13" fmla="*/ 74 h 103"/>
                <a:gd name="T14" fmla="*/ 14 w 22"/>
                <a:gd name="T15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103">
                  <a:moveTo>
                    <a:pt x="14" y="0"/>
                  </a:moveTo>
                  <a:cubicBezTo>
                    <a:pt x="14" y="0"/>
                    <a:pt x="10" y="18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10" y="28"/>
                    <a:pt x="11" y="28"/>
                    <a:pt x="12" y="28"/>
                  </a:cubicBezTo>
                  <a:cubicBezTo>
                    <a:pt x="12" y="28"/>
                    <a:pt x="8" y="55"/>
                    <a:pt x="4" y="72"/>
                  </a:cubicBezTo>
                  <a:cubicBezTo>
                    <a:pt x="0" y="89"/>
                    <a:pt x="0" y="103"/>
                    <a:pt x="0" y="103"/>
                  </a:cubicBezTo>
                  <a:cubicBezTo>
                    <a:pt x="0" y="103"/>
                    <a:pt x="6" y="93"/>
                    <a:pt x="14" y="74"/>
                  </a:cubicBezTo>
                  <a:cubicBezTo>
                    <a:pt x="22" y="55"/>
                    <a:pt x="14" y="0"/>
                    <a:pt x="14" y="0"/>
                  </a:cubicBezTo>
                  <a:close/>
                </a:path>
              </a:pathLst>
            </a:custGeom>
            <a:solidFill>
              <a:srgbClr val="BBAA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4" name="î$ḷiḍe"/>
            <p:cNvSpPr/>
            <p:nvPr/>
          </p:nvSpPr>
          <p:spPr bwMode="auto">
            <a:xfrm>
              <a:off x="3748294" y="5129064"/>
              <a:ext cx="300011" cy="192865"/>
            </a:xfrm>
            <a:custGeom>
              <a:avLst/>
              <a:gdLst>
                <a:gd name="T0" fmla="*/ 0 w 61"/>
                <a:gd name="T1" fmla="*/ 14 h 39"/>
                <a:gd name="T2" fmla="*/ 0 w 61"/>
                <a:gd name="T3" fmla="*/ 22 h 39"/>
                <a:gd name="T4" fmla="*/ 3 w 61"/>
                <a:gd name="T5" fmla="*/ 35 h 39"/>
                <a:gd name="T6" fmla="*/ 22 w 61"/>
                <a:gd name="T7" fmla="*/ 37 h 39"/>
                <a:gd name="T8" fmla="*/ 59 w 61"/>
                <a:gd name="T9" fmla="*/ 37 h 39"/>
                <a:gd name="T10" fmla="*/ 56 w 61"/>
                <a:gd name="T11" fmla="*/ 22 h 39"/>
                <a:gd name="T12" fmla="*/ 34 w 61"/>
                <a:gd name="T13" fmla="*/ 16 h 39"/>
                <a:gd name="T14" fmla="*/ 21 w 61"/>
                <a:gd name="T15" fmla="*/ 2 h 39"/>
                <a:gd name="T16" fmla="*/ 14 w 61"/>
                <a:gd name="T17" fmla="*/ 10 h 39"/>
                <a:gd name="T18" fmla="*/ 0 w 61"/>
                <a:gd name="T19" fmla="*/ 1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39">
                  <a:moveTo>
                    <a:pt x="0" y="14"/>
                  </a:moveTo>
                  <a:cubicBezTo>
                    <a:pt x="0" y="14"/>
                    <a:pt x="0" y="16"/>
                    <a:pt x="0" y="22"/>
                  </a:cubicBezTo>
                  <a:cubicBezTo>
                    <a:pt x="0" y="28"/>
                    <a:pt x="1" y="34"/>
                    <a:pt x="3" y="35"/>
                  </a:cubicBezTo>
                  <a:cubicBezTo>
                    <a:pt x="5" y="37"/>
                    <a:pt x="11" y="35"/>
                    <a:pt x="22" y="37"/>
                  </a:cubicBezTo>
                  <a:cubicBezTo>
                    <a:pt x="33" y="39"/>
                    <a:pt x="55" y="38"/>
                    <a:pt x="59" y="37"/>
                  </a:cubicBezTo>
                  <a:cubicBezTo>
                    <a:pt x="61" y="37"/>
                    <a:pt x="60" y="27"/>
                    <a:pt x="56" y="22"/>
                  </a:cubicBezTo>
                  <a:cubicBezTo>
                    <a:pt x="51" y="18"/>
                    <a:pt x="38" y="19"/>
                    <a:pt x="34" y="16"/>
                  </a:cubicBezTo>
                  <a:cubicBezTo>
                    <a:pt x="30" y="13"/>
                    <a:pt x="24" y="4"/>
                    <a:pt x="21" y="2"/>
                  </a:cubicBezTo>
                  <a:cubicBezTo>
                    <a:pt x="19" y="0"/>
                    <a:pt x="14" y="6"/>
                    <a:pt x="14" y="10"/>
                  </a:cubicBezTo>
                  <a:cubicBezTo>
                    <a:pt x="13" y="14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361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5" name="ï$ľíḍé"/>
            <p:cNvSpPr/>
            <p:nvPr/>
          </p:nvSpPr>
          <p:spPr bwMode="auto">
            <a:xfrm>
              <a:off x="4069735" y="5129064"/>
              <a:ext cx="302393" cy="192865"/>
            </a:xfrm>
            <a:custGeom>
              <a:avLst/>
              <a:gdLst>
                <a:gd name="T0" fmla="*/ 0 w 61"/>
                <a:gd name="T1" fmla="*/ 14 h 39"/>
                <a:gd name="T2" fmla="*/ 0 w 61"/>
                <a:gd name="T3" fmla="*/ 22 h 39"/>
                <a:gd name="T4" fmla="*/ 3 w 61"/>
                <a:gd name="T5" fmla="*/ 35 h 39"/>
                <a:gd name="T6" fmla="*/ 22 w 61"/>
                <a:gd name="T7" fmla="*/ 37 h 39"/>
                <a:gd name="T8" fmla="*/ 59 w 61"/>
                <a:gd name="T9" fmla="*/ 37 h 39"/>
                <a:gd name="T10" fmla="*/ 56 w 61"/>
                <a:gd name="T11" fmla="*/ 22 h 39"/>
                <a:gd name="T12" fmla="*/ 34 w 61"/>
                <a:gd name="T13" fmla="*/ 16 h 39"/>
                <a:gd name="T14" fmla="*/ 22 w 61"/>
                <a:gd name="T15" fmla="*/ 2 h 39"/>
                <a:gd name="T16" fmla="*/ 14 w 61"/>
                <a:gd name="T17" fmla="*/ 10 h 39"/>
                <a:gd name="T18" fmla="*/ 0 w 61"/>
                <a:gd name="T19" fmla="*/ 1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39">
                  <a:moveTo>
                    <a:pt x="0" y="14"/>
                  </a:moveTo>
                  <a:cubicBezTo>
                    <a:pt x="0" y="14"/>
                    <a:pt x="0" y="16"/>
                    <a:pt x="0" y="22"/>
                  </a:cubicBezTo>
                  <a:cubicBezTo>
                    <a:pt x="0" y="28"/>
                    <a:pt x="1" y="34"/>
                    <a:pt x="3" y="35"/>
                  </a:cubicBezTo>
                  <a:cubicBezTo>
                    <a:pt x="5" y="37"/>
                    <a:pt x="11" y="35"/>
                    <a:pt x="22" y="37"/>
                  </a:cubicBezTo>
                  <a:cubicBezTo>
                    <a:pt x="33" y="39"/>
                    <a:pt x="55" y="38"/>
                    <a:pt x="59" y="37"/>
                  </a:cubicBezTo>
                  <a:cubicBezTo>
                    <a:pt x="61" y="37"/>
                    <a:pt x="60" y="27"/>
                    <a:pt x="56" y="22"/>
                  </a:cubicBezTo>
                  <a:cubicBezTo>
                    <a:pt x="51" y="18"/>
                    <a:pt x="38" y="19"/>
                    <a:pt x="34" y="16"/>
                  </a:cubicBezTo>
                  <a:cubicBezTo>
                    <a:pt x="30" y="13"/>
                    <a:pt x="24" y="4"/>
                    <a:pt x="22" y="2"/>
                  </a:cubicBezTo>
                  <a:cubicBezTo>
                    <a:pt x="19" y="0"/>
                    <a:pt x="15" y="6"/>
                    <a:pt x="14" y="10"/>
                  </a:cubicBezTo>
                  <a:cubicBezTo>
                    <a:pt x="13" y="14"/>
                    <a:pt x="0" y="14"/>
                    <a:pt x="0" y="14"/>
                  </a:cubicBezTo>
                  <a:close/>
                </a:path>
              </a:pathLst>
            </a:custGeom>
            <a:solidFill>
              <a:srgbClr val="361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6" name="iṣ1ïḓê"/>
            <p:cNvSpPr/>
            <p:nvPr/>
          </p:nvSpPr>
          <p:spPr bwMode="auto">
            <a:xfrm>
              <a:off x="3657814" y="4395703"/>
              <a:ext cx="266676" cy="802411"/>
            </a:xfrm>
            <a:custGeom>
              <a:avLst/>
              <a:gdLst>
                <a:gd name="T0" fmla="*/ 18 w 54"/>
                <a:gd name="T1" fmla="*/ 162 h 162"/>
                <a:gd name="T2" fmla="*/ 32 w 54"/>
                <a:gd name="T3" fmla="*/ 158 h 162"/>
                <a:gd name="T4" fmla="*/ 39 w 54"/>
                <a:gd name="T5" fmla="*/ 150 h 162"/>
                <a:gd name="T6" fmla="*/ 43 w 54"/>
                <a:gd name="T7" fmla="*/ 98 h 162"/>
                <a:gd name="T8" fmla="*/ 51 w 54"/>
                <a:gd name="T9" fmla="*/ 63 h 162"/>
                <a:gd name="T10" fmla="*/ 54 w 54"/>
                <a:gd name="T11" fmla="*/ 1 h 162"/>
                <a:gd name="T12" fmla="*/ 26 w 54"/>
                <a:gd name="T13" fmla="*/ 3 h 162"/>
                <a:gd name="T14" fmla="*/ 0 w 54"/>
                <a:gd name="T15" fmla="*/ 0 h 162"/>
                <a:gd name="T16" fmla="*/ 0 w 54"/>
                <a:gd name="T17" fmla="*/ 0 h 162"/>
                <a:gd name="T18" fmla="*/ 11 w 54"/>
                <a:gd name="T19" fmla="*/ 55 h 162"/>
                <a:gd name="T20" fmla="*/ 8 w 54"/>
                <a:gd name="T21" fmla="*/ 91 h 162"/>
                <a:gd name="T22" fmla="*/ 18 w 54"/>
                <a:gd name="T23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62">
                  <a:moveTo>
                    <a:pt x="18" y="162"/>
                  </a:moveTo>
                  <a:cubicBezTo>
                    <a:pt x="18" y="162"/>
                    <a:pt x="31" y="162"/>
                    <a:pt x="32" y="158"/>
                  </a:cubicBezTo>
                  <a:cubicBezTo>
                    <a:pt x="32" y="154"/>
                    <a:pt x="37" y="148"/>
                    <a:pt x="39" y="150"/>
                  </a:cubicBezTo>
                  <a:cubicBezTo>
                    <a:pt x="40" y="138"/>
                    <a:pt x="42" y="112"/>
                    <a:pt x="43" y="98"/>
                  </a:cubicBezTo>
                  <a:cubicBezTo>
                    <a:pt x="45" y="80"/>
                    <a:pt x="49" y="71"/>
                    <a:pt x="51" y="63"/>
                  </a:cubicBezTo>
                  <a:cubicBezTo>
                    <a:pt x="51" y="57"/>
                    <a:pt x="53" y="22"/>
                    <a:pt x="54" y="1"/>
                  </a:cubicBezTo>
                  <a:cubicBezTo>
                    <a:pt x="47" y="1"/>
                    <a:pt x="37" y="2"/>
                    <a:pt x="26" y="3"/>
                  </a:cubicBezTo>
                  <a:cubicBezTo>
                    <a:pt x="14" y="3"/>
                    <a:pt x="6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0" y="43"/>
                    <a:pt x="11" y="55"/>
                  </a:cubicBezTo>
                  <a:cubicBezTo>
                    <a:pt x="12" y="66"/>
                    <a:pt x="6" y="72"/>
                    <a:pt x="8" y="91"/>
                  </a:cubicBezTo>
                  <a:cubicBezTo>
                    <a:pt x="10" y="107"/>
                    <a:pt x="16" y="149"/>
                    <a:pt x="18" y="162"/>
                  </a:cubicBezTo>
                  <a:close/>
                </a:path>
              </a:pathLst>
            </a:custGeom>
            <a:solidFill>
              <a:srgbClr val="F7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7" name="ïšľïḓé"/>
            <p:cNvSpPr/>
            <p:nvPr/>
          </p:nvSpPr>
          <p:spPr bwMode="auto">
            <a:xfrm>
              <a:off x="3795915" y="3055177"/>
              <a:ext cx="659549" cy="476208"/>
            </a:xfrm>
            <a:custGeom>
              <a:avLst/>
              <a:gdLst>
                <a:gd name="T0" fmla="*/ 114 w 133"/>
                <a:gd name="T1" fmla="*/ 88 h 96"/>
                <a:gd name="T2" fmla="*/ 27 w 133"/>
                <a:gd name="T3" fmla="*/ 95 h 96"/>
                <a:gd name="T4" fmla="*/ 5 w 133"/>
                <a:gd name="T5" fmla="*/ 76 h 96"/>
                <a:gd name="T6" fmla="*/ 1 w 133"/>
                <a:gd name="T7" fmla="*/ 30 h 96"/>
                <a:gd name="T8" fmla="*/ 20 w 133"/>
                <a:gd name="T9" fmla="*/ 8 h 96"/>
                <a:gd name="T10" fmla="*/ 107 w 133"/>
                <a:gd name="T11" fmla="*/ 1 h 96"/>
                <a:gd name="T12" fmla="*/ 129 w 133"/>
                <a:gd name="T13" fmla="*/ 20 h 96"/>
                <a:gd name="T14" fmla="*/ 133 w 133"/>
                <a:gd name="T15" fmla="*/ 66 h 96"/>
                <a:gd name="T16" fmla="*/ 114 w 133"/>
                <a:gd name="T17" fmla="*/ 8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3" h="96">
                  <a:moveTo>
                    <a:pt x="114" y="88"/>
                  </a:moveTo>
                  <a:cubicBezTo>
                    <a:pt x="27" y="95"/>
                    <a:pt x="27" y="95"/>
                    <a:pt x="27" y="95"/>
                  </a:cubicBezTo>
                  <a:cubicBezTo>
                    <a:pt x="16" y="96"/>
                    <a:pt x="6" y="87"/>
                    <a:pt x="5" y="76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8"/>
                    <a:pt x="9" y="8"/>
                    <a:pt x="20" y="8"/>
                  </a:cubicBezTo>
                  <a:cubicBezTo>
                    <a:pt x="107" y="1"/>
                    <a:pt x="107" y="1"/>
                    <a:pt x="107" y="1"/>
                  </a:cubicBezTo>
                  <a:cubicBezTo>
                    <a:pt x="118" y="0"/>
                    <a:pt x="128" y="8"/>
                    <a:pt x="129" y="20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3" y="77"/>
                    <a:pt x="125" y="87"/>
                    <a:pt x="114" y="88"/>
                  </a:cubicBezTo>
                  <a:close/>
                </a:path>
              </a:pathLst>
            </a:custGeom>
            <a:solidFill>
              <a:srgbClr val="947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8" name="isḷíḋè"/>
            <p:cNvSpPr/>
            <p:nvPr/>
          </p:nvSpPr>
          <p:spPr bwMode="auto">
            <a:xfrm>
              <a:off x="4034019" y="3100418"/>
              <a:ext cx="352394" cy="59527"/>
            </a:xfrm>
            <a:custGeom>
              <a:avLst/>
              <a:gdLst>
                <a:gd name="T0" fmla="*/ 148 w 148"/>
                <a:gd name="T1" fmla="*/ 14 h 25"/>
                <a:gd name="T2" fmla="*/ 0 w 148"/>
                <a:gd name="T3" fmla="*/ 25 h 25"/>
                <a:gd name="T4" fmla="*/ 0 w 148"/>
                <a:gd name="T5" fmla="*/ 12 h 25"/>
                <a:gd name="T6" fmla="*/ 148 w 148"/>
                <a:gd name="T7" fmla="*/ 0 h 25"/>
                <a:gd name="T8" fmla="*/ 148 w 148"/>
                <a:gd name="T9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25">
                  <a:moveTo>
                    <a:pt x="148" y="14"/>
                  </a:moveTo>
                  <a:lnTo>
                    <a:pt x="0" y="25"/>
                  </a:lnTo>
                  <a:lnTo>
                    <a:pt x="0" y="12"/>
                  </a:lnTo>
                  <a:lnTo>
                    <a:pt x="148" y="0"/>
                  </a:lnTo>
                  <a:lnTo>
                    <a:pt x="148" y="14"/>
                  </a:lnTo>
                  <a:close/>
                </a:path>
              </a:pathLst>
            </a:custGeom>
            <a:solidFill>
              <a:srgbClr val="6D3A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9" name="iṥ1îďê"/>
            <p:cNvSpPr/>
            <p:nvPr/>
          </p:nvSpPr>
          <p:spPr bwMode="auto">
            <a:xfrm>
              <a:off x="4038781" y="3164705"/>
              <a:ext cx="352394" cy="59527"/>
            </a:xfrm>
            <a:custGeom>
              <a:avLst/>
              <a:gdLst>
                <a:gd name="T0" fmla="*/ 148 w 148"/>
                <a:gd name="T1" fmla="*/ 12 h 25"/>
                <a:gd name="T2" fmla="*/ 0 w 148"/>
                <a:gd name="T3" fmla="*/ 25 h 25"/>
                <a:gd name="T4" fmla="*/ 0 w 148"/>
                <a:gd name="T5" fmla="*/ 10 h 25"/>
                <a:gd name="T6" fmla="*/ 148 w 148"/>
                <a:gd name="T7" fmla="*/ 0 h 25"/>
                <a:gd name="T8" fmla="*/ 148 w 148"/>
                <a:gd name="T9" fmla="*/ 1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25">
                  <a:moveTo>
                    <a:pt x="148" y="12"/>
                  </a:moveTo>
                  <a:lnTo>
                    <a:pt x="0" y="25"/>
                  </a:lnTo>
                  <a:lnTo>
                    <a:pt x="0" y="10"/>
                  </a:lnTo>
                  <a:lnTo>
                    <a:pt x="148" y="0"/>
                  </a:lnTo>
                  <a:lnTo>
                    <a:pt x="148" y="12"/>
                  </a:lnTo>
                  <a:close/>
                </a:path>
              </a:pathLst>
            </a:custGeom>
            <a:solidFill>
              <a:srgbClr val="6D3A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0" name="ísļiḑé"/>
            <p:cNvSpPr/>
            <p:nvPr/>
          </p:nvSpPr>
          <p:spPr bwMode="auto">
            <a:xfrm>
              <a:off x="4038781" y="3224232"/>
              <a:ext cx="357156" cy="59527"/>
            </a:xfrm>
            <a:custGeom>
              <a:avLst/>
              <a:gdLst>
                <a:gd name="T0" fmla="*/ 150 w 150"/>
                <a:gd name="T1" fmla="*/ 12 h 25"/>
                <a:gd name="T2" fmla="*/ 2 w 150"/>
                <a:gd name="T3" fmla="*/ 25 h 25"/>
                <a:gd name="T4" fmla="*/ 0 w 150"/>
                <a:gd name="T5" fmla="*/ 12 h 25"/>
                <a:gd name="T6" fmla="*/ 150 w 150"/>
                <a:gd name="T7" fmla="*/ 0 h 25"/>
                <a:gd name="T8" fmla="*/ 150 w 150"/>
                <a:gd name="T9" fmla="*/ 1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25">
                  <a:moveTo>
                    <a:pt x="150" y="12"/>
                  </a:moveTo>
                  <a:lnTo>
                    <a:pt x="2" y="25"/>
                  </a:lnTo>
                  <a:lnTo>
                    <a:pt x="0" y="12"/>
                  </a:lnTo>
                  <a:lnTo>
                    <a:pt x="150" y="0"/>
                  </a:lnTo>
                  <a:lnTo>
                    <a:pt x="150" y="12"/>
                  </a:lnTo>
                  <a:close/>
                </a:path>
              </a:pathLst>
            </a:custGeom>
            <a:solidFill>
              <a:srgbClr val="6D3A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1" name="ïṥļïďè"/>
            <p:cNvSpPr/>
            <p:nvPr/>
          </p:nvSpPr>
          <p:spPr bwMode="auto">
            <a:xfrm>
              <a:off x="4043543" y="3283757"/>
              <a:ext cx="357156" cy="59527"/>
            </a:xfrm>
            <a:custGeom>
              <a:avLst/>
              <a:gdLst>
                <a:gd name="T0" fmla="*/ 150 w 150"/>
                <a:gd name="T1" fmla="*/ 14 h 25"/>
                <a:gd name="T2" fmla="*/ 2 w 150"/>
                <a:gd name="T3" fmla="*/ 25 h 25"/>
                <a:gd name="T4" fmla="*/ 0 w 150"/>
                <a:gd name="T5" fmla="*/ 12 h 25"/>
                <a:gd name="T6" fmla="*/ 150 w 150"/>
                <a:gd name="T7" fmla="*/ 0 h 25"/>
                <a:gd name="T8" fmla="*/ 150 w 150"/>
                <a:gd name="T9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25">
                  <a:moveTo>
                    <a:pt x="150" y="14"/>
                  </a:moveTo>
                  <a:lnTo>
                    <a:pt x="2" y="25"/>
                  </a:lnTo>
                  <a:lnTo>
                    <a:pt x="0" y="12"/>
                  </a:lnTo>
                  <a:lnTo>
                    <a:pt x="150" y="0"/>
                  </a:lnTo>
                  <a:lnTo>
                    <a:pt x="150" y="14"/>
                  </a:lnTo>
                  <a:close/>
                </a:path>
              </a:pathLst>
            </a:custGeom>
            <a:solidFill>
              <a:srgbClr val="6D3A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2" name="î$1ïḓé"/>
            <p:cNvSpPr/>
            <p:nvPr/>
          </p:nvSpPr>
          <p:spPr bwMode="auto">
            <a:xfrm>
              <a:off x="3855441" y="3348046"/>
              <a:ext cx="550021" cy="73813"/>
            </a:xfrm>
            <a:custGeom>
              <a:avLst/>
              <a:gdLst>
                <a:gd name="T0" fmla="*/ 231 w 231"/>
                <a:gd name="T1" fmla="*/ 12 h 31"/>
                <a:gd name="T2" fmla="*/ 2 w 231"/>
                <a:gd name="T3" fmla="*/ 31 h 31"/>
                <a:gd name="T4" fmla="*/ 0 w 231"/>
                <a:gd name="T5" fmla="*/ 16 h 31"/>
                <a:gd name="T6" fmla="*/ 231 w 231"/>
                <a:gd name="T7" fmla="*/ 0 h 31"/>
                <a:gd name="T8" fmla="*/ 231 w 231"/>
                <a:gd name="T9" fmla="*/ 1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" h="31">
                  <a:moveTo>
                    <a:pt x="231" y="12"/>
                  </a:moveTo>
                  <a:lnTo>
                    <a:pt x="2" y="31"/>
                  </a:lnTo>
                  <a:lnTo>
                    <a:pt x="0" y="16"/>
                  </a:lnTo>
                  <a:lnTo>
                    <a:pt x="231" y="0"/>
                  </a:lnTo>
                  <a:lnTo>
                    <a:pt x="231" y="12"/>
                  </a:lnTo>
                  <a:close/>
                </a:path>
              </a:pathLst>
            </a:custGeom>
            <a:solidFill>
              <a:srgbClr val="6D3A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3" name="íŝľiďè"/>
            <p:cNvSpPr/>
            <p:nvPr/>
          </p:nvSpPr>
          <p:spPr bwMode="auto">
            <a:xfrm>
              <a:off x="3860203" y="3402809"/>
              <a:ext cx="550021" cy="73813"/>
            </a:xfrm>
            <a:custGeom>
              <a:avLst/>
              <a:gdLst>
                <a:gd name="T0" fmla="*/ 231 w 231"/>
                <a:gd name="T1" fmla="*/ 12 h 31"/>
                <a:gd name="T2" fmla="*/ 2 w 231"/>
                <a:gd name="T3" fmla="*/ 31 h 31"/>
                <a:gd name="T4" fmla="*/ 0 w 231"/>
                <a:gd name="T5" fmla="*/ 16 h 31"/>
                <a:gd name="T6" fmla="*/ 229 w 231"/>
                <a:gd name="T7" fmla="*/ 0 h 31"/>
                <a:gd name="T8" fmla="*/ 231 w 231"/>
                <a:gd name="T9" fmla="*/ 1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" h="31">
                  <a:moveTo>
                    <a:pt x="231" y="12"/>
                  </a:moveTo>
                  <a:lnTo>
                    <a:pt x="2" y="31"/>
                  </a:lnTo>
                  <a:lnTo>
                    <a:pt x="0" y="16"/>
                  </a:lnTo>
                  <a:lnTo>
                    <a:pt x="229" y="0"/>
                  </a:lnTo>
                  <a:lnTo>
                    <a:pt x="231" y="12"/>
                  </a:lnTo>
                  <a:close/>
                </a:path>
              </a:pathLst>
            </a:custGeom>
            <a:solidFill>
              <a:srgbClr val="6D3A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4" name="îṡ1idê"/>
            <p:cNvSpPr/>
            <p:nvPr/>
          </p:nvSpPr>
          <p:spPr bwMode="auto">
            <a:xfrm>
              <a:off x="3841155" y="3128990"/>
              <a:ext cx="183341" cy="228580"/>
            </a:xfrm>
            <a:custGeom>
              <a:avLst/>
              <a:gdLst>
                <a:gd name="T0" fmla="*/ 27 w 37"/>
                <a:gd name="T1" fmla="*/ 44 h 46"/>
                <a:gd name="T2" fmla="*/ 13 w 37"/>
                <a:gd name="T3" fmla="*/ 46 h 46"/>
                <a:gd name="T4" fmla="*/ 2 w 37"/>
                <a:gd name="T5" fmla="*/ 36 h 46"/>
                <a:gd name="T6" fmla="*/ 0 w 37"/>
                <a:gd name="T7" fmla="*/ 12 h 46"/>
                <a:gd name="T8" fmla="*/ 9 w 37"/>
                <a:gd name="T9" fmla="*/ 1 h 46"/>
                <a:gd name="T10" fmla="*/ 23 w 37"/>
                <a:gd name="T11" fmla="*/ 0 h 46"/>
                <a:gd name="T12" fmla="*/ 34 w 37"/>
                <a:gd name="T13" fmla="*/ 9 h 46"/>
                <a:gd name="T14" fmla="*/ 36 w 37"/>
                <a:gd name="T15" fmla="*/ 34 h 46"/>
                <a:gd name="T16" fmla="*/ 27 w 37"/>
                <a:gd name="T17" fmla="*/ 44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46">
                  <a:moveTo>
                    <a:pt x="27" y="44"/>
                  </a:moveTo>
                  <a:cubicBezTo>
                    <a:pt x="13" y="46"/>
                    <a:pt x="13" y="46"/>
                    <a:pt x="13" y="46"/>
                  </a:cubicBezTo>
                  <a:cubicBezTo>
                    <a:pt x="7" y="46"/>
                    <a:pt x="2" y="42"/>
                    <a:pt x="2" y="3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7"/>
                    <a:pt x="4" y="2"/>
                    <a:pt x="9" y="1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9" y="0"/>
                    <a:pt x="34" y="4"/>
                    <a:pt x="34" y="9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9"/>
                    <a:pt x="32" y="44"/>
                    <a:pt x="27" y="44"/>
                  </a:cubicBezTo>
                  <a:close/>
                </a:path>
              </a:pathLst>
            </a:custGeom>
            <a:solidFill>
              <a:srgbClr val="6D3A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5" name="îṥḷiḑé"/>
            <p:cNvSpPr/>
            <p:nvPr/>
          </p:nvSpPr>
          <p:spPr bwMode="auto">
            <a:xfrm>
              <a:off x="4248312" y="3412333"/>
              <a:ext cx="211913" cy="171435"/>
            </a:xfrm>
            <a:custGeom>
              <a:avLst/>
              <a:gdLst>
                <a:gd name="T0" fmla="*/ 42 w 43"/>
                <a:gd name="T1" fmla="*/ 21 h 35"/>
                <a:gd name="T2" fmla="*/ 33 w 43"/>
                <a:gd name="T3" fmla="*/ 30 h 35"/>
                <a:gd name="T4" fmla="*/ 16 w 43"/>
                <a:gd name="T5" fmla="*/ 34 h 35"/>
                <a:gd name="T6" fmla="*/ 2 w 43"/>
                <a:gd name="T7" fmla="*/ 16 h 35"/>
                <a:gd name="T8" fmla="*/ 14 w 43"/>
                <a:gd name="T9" fmla="*/ 20 h 35"/>
                <a:gd name="T10" fmla="*/ 7 w 43"/>
                <a:gd name="T11" fmla="*/ 6 h 35"/>
                <a:gd name="T12" fmla="*/ 16 w 43"/>
                <a:gd name="T13" fmla="*/ 9 h 35"/>
                <a:gd name="T14" fmla="*/ 24 w 43"/>
                <a:gd name="T15" fmla="*/ 18 h 35"/>
                <a:gd name="T16" fmla="*/ 18 w 43"/>
                <a:gd name="T17" fmla="*/ 2 h 35"/>
                <a:gd name="T18" fmla="*/ 30 w 43"/>
                <a:gd name="T19" fmla="*/ 10 h 35"/>
                <a:gd name="T20" fmla="*/ 35 w 43"/>
                <a:gd name="T21" fmla="*/ 16 h 35"/>
                <a:gd name="T22" fmla="*/ 34 w 43"/>
                <a:gd name="T23" fmla="*/ 6 h 35"/>
                <a:gd name="T24" fmla="*/ 41 w 43"/>
                <a:gd name="T25" fmla="*/ 7 h 35"/>
                <a:gd name="T26" fmla="*/ 42 w 43"/>
                <a:gd name="T27" fmla="*/ 2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" h="35">
                  <a:moveTo>
                    <a:pt x="42" y="21"/>
                  </a:moveTo>
                  <a:cubicBezTo>
                    <a:pt x="42" y="21"/>
                    <a:pt x="37" y="27"/>
                    <a:pt x="33" y="30"/>
                  </a:cubicBezTo>
                  <a:cubicBezTo>
                    <a:pt x="29" y="33"/>
                    <a:pt x="19" y="35"/>
                    <a:pt x="16" y="34"/>
                  </a:cubicBezTo>
                  <a:cubicBezTo>
                    <a:pt x="13" y="32"/>
                    <a:pt x="0" y="20"/>
                    <a:pt x="2" y="16"/>
                  </a:cubicBezTo>
                  <a:cubicBezTo>
                    <a:pt x="5" y="11"/>
                    <a:pt x="14" y="20"/>
                    <a:pt x="14" y="20"/>
                  </a:cubicBezTo>
                  <a:cubicBezTo>
                    <a:pt x="14" y="20"/>
                    <a:pt x="5" y="10"/>
                    <a:pt x="7" y="6"/>
                  </a:cubicBezTo>
                  <a:cubicBezTo>
                    <a:pt x="9" y="2"/>
                    <a:pt x="13" y="6"/>
                    <a:pt x="16" y="9"/>
                  </a:cubicBezTo>
                  <a:cubicBezTo>
                    <a:pt x="18" y="11"/>
                    <a:pt x="24" y="18"/>
                    <a:pt x="24" y="18"/>
                  </a:cubicBezTo>
                  <a:cubicBezTo>
                    <a:pt x="24" y="18"/>
                    <a:pt x="16" y="4"/>
                    <a:pt x="18" y="2"/>
                  </a:cubicBezTo>
                  <a:cubicBezTo>
                    <a:pt x="19" y="0"/>
                    <a:pt x="25" y="1"/>
                    <a:pt x="30" y="10"/>
                  </a:cubicBezTo>
                  <a:cubicBezTo>
                    <a:pt x="33" y="14"/>
                    <a:pt x="35" y="16"/>
                    <a:pt x="35" y="16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6"/>
                    <a:pt x="36" y="2"/>
                    <a:pt x="41" y="7"/>
                  </a:cubicBezTo>
                  <a:cubicBezTo>
                    <a:pt x="43" y="10"/>
                    <a:pt x="43" y="17"/>
                    <a:pt x="42" y="21"/>
                  </a:cubicBezTo>
                  <a:close/>
                </a:path>
              </a:pathLst>
            </a:custGeom>
            <a:solidFill>
              <a:srgbClr val="F7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6" name="íŝlïḋe"/>
            <p:cNvSpPr/>
            <p:nvPr/>
          </p:nvSpPr>
          <p:spPr bwMode="auto">
            <a:xfrm>
              <a:off x="3519714" y="3348046"/>
              <a:ext cx="733360" cy="280963"/>
            </a:xfrm>
            <a:custGeom>
              <a:avLst/>
              <a:gdLst>
                <a:gd name="T0" fmla="*/ 3 w 148"/>
                <a:gd name="T1" fmla="*/ 0 h 57"/>
                <a:gd name="T2" fmla="*/ 1 w 148"/>
                <a:gd name="T3" fmla="*/ 31 h 57"/>
                <a:gd name="T4" fmla="*/ 21 w 148"/>
                <a:gd name="T5" fmla="*/ 57 h 57"/>
                <a:gd name="T6" fmla="*/ 101 w 148"/>
                <a:gd name="T7" fmla="*/ 50 h 57"/>
                <a:gd name="T8" fmla="*/ 123 w 148"/>
                <a:gd name="T9" fmla="*/ 51 h 57"/>
                <a:gd name="T10" fmla="*/ 146 w 148"/>
                <a:gd name="T11" fmla="*/ 41 h 57"/>
                <a:gd name="T12" fmla="*/ 145 w 148"/>
                <a:gd name="T13" fmla="*/ 37 h 57"/>
                <a:gd name="T14" fmla="*/ 147 w 148"/>
                <a:gd name="T15" fmla="*/ 31 h 57"/>
                <a:gd name="T16" fmla="*/ 139 w 148"/>
                <a:gd name="T17" fmla="*/ 31 h 57"/>
                <a:gd name="T18" fmla="*/ 128 w 148"/>
                <a:gd name="T19" fmla="*/ 35 h 57"/>
                <a:gd name="T20" fmla="*/ 141 w 148"/>
                <a:gd name="T21" fmla="*/ 25 h 57"/>
                <a:gd name="T22" fmla="*/ 135 w 148"/>
                <a:gd name="T23" fmla="*/ 21 h 57"/>
                <a:gd name="T24" fmla="*/ 114 w 148"/>
                <a:gd name="T25" fmla="*/ 30 h 57"/>
                <a:gd name="T26" fmla="*/ 119 w 148"/>
                <a:gd name="T27" fmla="*/ 27 h 57"/>
                <a:gd name="T28" fmla="*/ 125 w 148"/>
                <a:gd name="T29" fmla="*/ 22 h 57"/>
                <a:gd name="T30" fmla="*/ 121 w 148"/>
                <a:gd name="T31" fmla="*/ 18 h 57"/>
                <a:gd name="T32" fmla="*/ 110 w 148"/>
                <a:gd name="T33" fmla="*/ 21 h 57"/>
                <a:gd name="T34" fmla="*/ 98 w 148"/>
                <a:gd name="T35" fmla="*/ 26 h 57"/>
                <a:gd name="T36" fmla="*/ 92 w 148"/>
                <a:gd name="T37" fmla="*/ 34 h 57"/>
                <a:gd name="T38" fmla="*/ 57 w 148"/>
                <a:gd name="T39" fmla="*/ 32 h 57"/>
                <a:gd name="T40" fmla="*/ 31 w 148"/>
                <a:gd name="T41" fmla="*/ 27 h 57"/>
                <a:gd name="T42" fmla="*/ 35 w 148"/>
                <a:gd name="T43" fmla="*/ 3 h 57"/>
                <a:gd name="T44" fmla="*/ 3 w 148"/>
                <a:gd name="T4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8" h="57">
                  <a:moveTo>
                    <a:pt x="3" y="0"/>
                  </a:moveTo>
                  <a:cubicBezTo>
                    <a:pt x="3" y="0"/>
                    <a:pt x="3" y="20"/>
                    <a:pt x="1" y="31"/>
                  </a:cubicBezTo>
                  <a:cubicBezTo>
                    <a:pt x="0" y="43"/>
                    <a:pt x="2" y="57"/>
                    <a:pt x="21" y="57"/>
                  </a:cubicBezTo>
                  <a:cubicBezTo>
                    <a:pt x="39" y="56"/>
                    <a:pt x="101" y="50"/>
                    <a:pt x="101" y="50"/>
                  </a:cubicBezTo>
                  <a:cubicBezTo>
                    <a:pt x="101" y="50"/>
                    <a:pt x="115" y="51"/>
                    <a:pt x="123" y="51"/>
                  </a:cubicBezTo>
                  <a:cubicBezTo>
                    <a:pt x="131" y="50"/>
                    <a:pt x="145" y="44"/>
                    <a:pt x="146" y="41"/>
                  </a:cubicBezTo>
                  <a:cubicBezTo>
                    <a:pt x="147" y="39"/>
                    <a:pt x="145" y="37"/>
                    <a:pt x="145" y="37"/>
                  </a:cubicBezTo>
                  <a:cubicBezTo>
                    <a:pt x="145" y="37"/>
                    <a:pt x="148" y="34"/>
                    <a:pt x="147" y="31"/>
                  </a:cubicBezTo>
                  <a:cubicBezTo>
                    <a:pt x="146" y="28"/>
                    <a:pt x="142" y="30"/>
                    <a:pt x="139" y="31"/>
                  </a:cubicBezTo>
                  <a:cubicBezTo>
                    <a:pt x="137" y="31"/>
                    <a:pt x="128" y="35"/>
                    <a:pt x="128" y="35"/>
                  </a:cubicBezTo>
                  <a:cubicBezTo>
                    <a:pt x="128" y="35"/>
                    <a:pt x="139" y="29"/>
                    <a:pt x="141" y="25"/>
                  </a:cubicBezTo>
                  <a:cubicBezTo>
                    <a:pt x="143" y="21"/>
                    <a:pt x="138" y="20"/>
                    <a:pt x="135" y="21"/>
                  </a:cubicBezTo>
                  <a:cubicBezTo>
                    <a:pt x="133" y="23"/>
                    <a:pt x="123" y="29"/>
                    <a:pt x="114" y="30"/>
                  </a:cubicBezTo>
                  <a:cubicBezTo>
                    <a:pt x="114" y="30"/>
                    <a:pt x="117" y="29"/>
                    <a:pt x="119" y="27"/>
                  </a:cubicBezTo>
                  <a:cubicBezTo>
                    <a:pt x="122" y="25"/>
                    <a:pt x="125" y="23"/>
                    <a:pt x="125" y="22"/>
                  </a:cubicBezTo>
                  <a:cubicBezTo>
                    <a:pt x="126" y="20"/>
                    <a:pt x="125" y="17"/>
                    <a:pt x="121" y="18"/>
                  </a:cubicBezTo>
                  <a:cubicBezTo>
                    <a:pt x="117" y="19"/>
                    <a:pt x="113" y="21"/>
                    <a:pt x="110" y="21"/>
                  </a:cubicBezTo>
                  <a:cubicBezTo>
                    <a:pt x="106" y="22"/>
                    <a:pt x="102" y="21"/>
                    <a:pt x="98" y="26"/>
                  </a:cubicBezTo>
                  <a:cubicBezTo>
                    <a:pt x="95" y="32"/>
                    <a:pt x="92" y="34"/>
                    <a:pt x="92" y="34"/>
                  </a:cubicBezTo>
                  <a:cubicBezTo>
                    <a:pt x="92" y="34"/>
                    <a:pt x="69" y="35"/>
                    <a:pt x="57" y="32"/>
                  </a:cubicBezTo>
                  <a:cubicBezTo>
                    <a:pt x="45" y="29"/>
                    <a:pt x="31" y="27"/>
                    <a:pt x="31" y="27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3"/>
                    <a:pt x="18" y="3"/>
                    <a:pt x="3" y="0"/>
                  </a:cubicBezTo>
                  <a:close/>
                </a:path>
              </a:pathLst>
            </a:custGeom>
            <a:solidFill>
              <a:srgbClr val="F7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7" name="iś1íďe"/>
            <p:cNvSpPr/>
            <p:nvPr/>
          </p:nvSpPr>
          <p:spPr bwMode="auto">
            <a:xfrm>
              <a:off x="3974493" y="4024261"/>
              <a:ext cx="69051" cy="352394"/>
            </a:xfrm>
            <a:custGeom>
              <a:avLst/>
              <a:gdLst>
                <a:gd name="T0" fmla="*/ 4 w 14"/>
                <a:gd name="T1" fmla="*/ 0 h 71"/>
                <a:gd name="T2" fmla="*/ 4 w 14"/>
                <a:gd name="T3" fmla="*/ 70 h 71"/>
                <a:gd name="T4" fmla="*/ 14 w 14"/>
                <a:gd name="T5" fmla="*/ 70 h 71"/>
                <a:gd name="T6" fmla="*/ 4 w 14"/>
                <a:gd name="T7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71">
                  <a:moveTo>
                    <a:pt x="4" y="0"/>
                  </a:moveTo>
                  <a:cubicBezTo>
                    <a:pt x="0" y="23"/>
                    <a:pt x="4" y="70"/>
                    <a:pt x="4" y="70"/>
                  </a:cubicBezTo>
                  <a:cubicBezTo>
                    <a:pt x="4" y="70"/>
                    <a:pt x="8" y="71"/>
                    <a:pt x="14" y="70"/>
                  </a:cubicBezTo>
                  <a:cubicBezTo>
                    <a:pt x="9" y="55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D12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8" name="íṩḷíde"/>
            <p:cNvSpPr/>
            <p:nvPr/>
          </p:nvSpPr>
          <p:spPr bwMode="auto">
            <a:xfrm>
              <a:off x="3579241" y="3733774"/>
              <a:ext cx="366680" cy="642881"/>
            </a:xfrm>
            <a:custGeom>
              <a:avLst/>
              <a:gdLst>
                <a:gd name="T0" fmla="*/ 7 w 74"/>
                <a:gd name="T1" fmla="*/ 130 h 130"/>
                <a:gd name="T2" fmla="*/ 11 w 74"/>
                <a:gd name="T3" fmla="*/ 107 h 130"/>
                <a:gd name="T4" fmla="*/ 20 w 74"/>
                <a:gd name="T5" fmla="*/ 19 h 130"/>
                <a:gd name="T6" fmla="*/ 74 w 74"/>
                <a:gd name="T7" fmla="*/ 4 h 130"/>
                <a:gd name="T8" fmla="*/ 74 w 74"/>
                <a:gd name="T9" fmla="*/ 4 h 130"/>
                <a:gd name="T10" fmla="*/ 44 w 74"/>
                <a:gd name="T11" fmla="*/ 6 h 130"/>
                <a:gd name="T12" fmla="*/ 11 w 74"/>
                <a:gd name="T13" fmla="*/ 0 h 130"/>
                <a:gd name="T14" fmla="*/ 4 w 74"/>
                <a:gd name="T15" fmla="*/ 67 h 130"/>
                <a:gd name="T16" fmla="*/ 7 w 74"/>
                <a:gd name="T17" fmla="*/ 13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" h="130">
                  <a:moveTo>
                    <a:pt x="7" y="130"/>
                  </a:moveTo>
                  <a:cubicBezTo>
                    <a:pt x="8" y="124"/>
                    <a:pt x="10" y="116"/>
                    <a:pt x="11" y="107"/>
                  </a:cubicBezTo>
                  <a:cubicBezTo>
                    <a:pt x="15" y="86"/>
                    <a:pt x="9" y="31"/>
                    <a:pt x="20" y="19"/>
                  </a:cubicBezTo>
                  <a:cubicBezTo>
                    <a:pt x="31" y="8"/>
                    <a:pt x="74" y="4"/>
                    <a:pt x="74" y="4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63" y="4"/>
                    <a:pt x="52" y="5"/>
                    <a:pt x="44" y="6"/>
                  </a:cubicBezTo>
                  <a:cubicBezTo>
                    <a:pt x="16" y="7"/>
                    <a:pt x="11" y="0"/>
                    <a:pt x="11" y="0"/>
                  </a:cubicBezTo>
                  <a:cubicBezTo>
                    <a:pt x="11" y="0"/>
                    <a:pt x="0" y="26"/>
                    <a:pt x="4" y="67"/>
                  </a:cubicBezTo>
                  <a:cubicBezTo>
                    <a:pt x="8" y="102"/>
                    <a:pt x="8" y="124"/>
                    <a:pt x="7" y="130"/>
                  </a:cubicBezTo>
                  <a:close/>
                </a:path>
              </a:pathLst>
            </a:custGeom>
            <a:solidFill>
              <a:srgbClr val="D12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9" name="îś1íḑè"/>
            <p:cNvSpPr/>
            <p:nvPr/>
          </p:nvSpPr>
          <p:spPr bwMode="auto">
            <a:xfrm>
              <a:off x="4005446" y="3743298"/>
              <a:ext cx="28572" cy="197627"/>
            </a:xfrm>
            <a:custGeom>
              <a:avLst/>
              <a:gdLst>
                <a:gd name="T0" fmla="*/ 1 w 6"/>
                <a:gd name="T1" fmla="*/ 0 h 40"/>
                <a:gd name="T2" fmla="*/ 1 w 6"/>
                <a:gd name="T3" fmla="*/ 28 h 40"/>
                <a:gd name="T4" fmla="*/ 0 w 6"/>
                <a:gd name="T5" fmla="*/ 40 h 40"/>
                <a:gd name="T6" fmla="*/ 5 w 6"/>
                <a:gd name="T7" fmla="*/ 0 h 40"/>
                <a:gd name="T8" fmla="*/ 1 w 6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0">
                  <a:moveTo>
                    <a:pt x="1" y="0"/>
                  </a:moveTo>
                  <a:cubicBezTo>
                    <a:pt x="1" y="0"/>
                    <a:pt x="0" y="20"/>
                    <a:pt x="1" y="28"/>
                  </a:cubicBezTo>
                  <a:cubicBezTo>
                    <a:pt x="2" y="36"/>
                    <a:pt x="0" y="40"/>
                    <a:pt x="0" y="40"/>
                  </a:cubicBezTo>
                  <a:cubicBezTo>
                    <a:pt x="0" y="40"/>
                    <a:pt x="6" y="11"/>
                    <a:pt x="5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D12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0" name="îŝľïḋè"/>
            <p:cNvSpPr/>
            <p:nvPr/>
          </p:nvSpPr>
          <p:spPr bwMode="auto">
            <a:xfrm>
              <a:off x="3657814" y="4395703"/>
              <a:ext cx="266676" cy="154768"/>
            </a:xfrm>
            <a:custGeom>
              <a:avLst/>
              <a:gdLst>
                <a:gd name="T0" fmla="*/ 54 w 54"/>
                <a:gd name="T1" fmla="*/ 1 h 31"/>
                <a:gd name="T2" fmla="*/ 26 w 54"/>
                <a:gd name="T3" fmla="*/ 3 h 31"/>
                <a:gd name="T4" fmla="*/ 0 w 54"/>
                <a:gd name="T5" fmla="*/ 0 h 31"/>
                <a:gd name="T6" fmla="*/ 0 w 54"/>
                <a:gd name="T7" fmla="*/ 0 h 31"/>
                <a:gd name="T8" fmla="*/ 7 w 54"/>
                <a:gd name="T9" fmla="*/ 31 h 31"/>
                <a:gd name="T10" fmla="*/ 54 w 54"/>
                <a:gd name="T11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" h="31">
                  <a:moveTo>
                    <a:pt x="54" y="1"/>
                  </a:moveTo>
                  <a:cubicBezTo>
                    <a:pt x="47" y="1"/>
                    <a:pt x="37" y="2"/>
                    <a:pt x="26" y="3"/>
                  </a:cubicBezTo>
                  <a:cubicBezTo>
                    <a:pt x="14" y="3"/>
                    <a:pt x="6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" y="16"/>
                    <a:pt x="7" y="31"/>
                  </a:cubicBezTo>
                  <a:cubicBezTo>
                    <a:pt x="23" y="6"/>
                    <a:pt x="54" y="1"/>
                    <a:pt x="54" y="1"/>
                  </a:cubicBezTo>
                  <a:close/>
                </a:path>
              </a:pathLst>
            </a:custGeom>
            <a:solidFill>
              <a:srgbClr val="D898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1" name="îṩļíḍe"/>
            <p:cNvSpPr/>
            <p:nvPr/>
          </p:nvSpPr>
          <p:spPr bwMode="auto">
            <a:xfrm>
              <a:off x="3841155" y="2945649"/>
              <a:ext cx="54765" cy="30954"/>
            </a:xfrm>
            <a:custGeom>
              <a:avLst/>
              <a:gdLst>
                <a:gd name="T0" fmla="*/ 11 w 11"/>
                <a:gd name="T1" fmla="*/ 3 h 6"/>
                <a:gd name="T2" fmla="*/ 0 w 11"/>
                <a:gd name="T3" fmla="*/ 0 h 6"/>
                <a:gd name="T4" fmla="*/ 10 w 11"/>
                <a:gd name="T5" fmla="*/ 6 h 6"/>
                <a:gd name="T6" fmla="*/ 11 w 11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6">
                  <a:moveTo>
                    <a:pt x="11" y="3"/>
                  </a:moveTo>
                  <a:cubicBezTo>
                    <a:pt x="11" y="3"/>
                    <a:pt x="6" y="3"/>
                    <a:pt x="0" y="0"/>
                  </a:cubicBezTo>
                  <a:cubicBezTo>
                    <a:pt x="0" y="0"/>
                    <a:pt x="4" y="5"/>
                    <a:pt x="10" y="6"/>
                  </a:cubicBezTo>
                  <a:lnTo>
                    <a:pt x="11" y="3"/>
                  </a:lnTo>
                  <a:close/>
                </a:path>
              </a:pathLst>
            </a:custGeom>
            <a:solidFill>
              <a:srgbClr val="D898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2" name="íṣļiďé"/>
            <p:cNvSpPr/>
            <p:nvPr/>
          </p:nvSpPr>
          <p:spPr bwMode="auto">
            <a:xfrm>
              <a:off x="7622247" y="3624247"/>
              <a:ext cx="1050039" cy="559545"/>
            </a:xfrm>
            <a:custGeom>
              <a:avLst/>
              <a:gdLst>
                <a:gd name="T0" fmla="*/ 0 w 212"/>
                <a:gd name="T1" fmla="*/ 113 h 113"/>
                <a:gd name="T2" fmla="*/ 70 w 212"/>
                <a:gd name="T3" fmla="*/ 41 h 113"/>
                <a:gd name="T4" fmla="*/ 153 w 212"/>
                <a:gd name="T5" fmla="*/ 12 h 113"/>
                <a:gd name="T6" fmla="*/ 212 w 212"/>
                <a:gd name="T7" fmla="*/ 113 h 113"/>
                <a:gd name="T8" fmla="*/ 0 w 212"/>
                <a:gd name="T9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2" h="113">
                  <a:moveTo>
                    <a:pt x="0" y="113"/>
                  </a:moveTo>
                  <a:cubicBezTo>
                    <a:pt x="0" y="113"/>
                    <a:pt x="14" y="50"/>
                    <a:pt x="70" y="41"/>
                  </a:cubicBezTo>
                  <a:cubicBezTo>
                    <a:pt x="125" y="33"/>
                    <a:pt x="126" y="24"/>
                    <a:pt x="153" y="12"/>
                  </a:cubicBezTo>
                  <a:cubicBezTo>
                    <a:pt x="181" y="0"/>
                    <a:pt x="211" y="42"/>
                    <a:pt x="212" y="113"/>
                  </a:cubicBezTo>
                  <a:lnTo>
                    <a:pt x="0" y="113"/>
                  </a:lnTo>
                  <a:close/>
                </a:path>
              </a:pathLst>
            </a:custGeom>
            <a:solidFill>
              <a:srgbClr val="947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3" name="iśļiḓé"/>
            <p:cNvSpPr/>
            <p:nvPr/>
          </p:nvSpPr>
          <p:spPr bwMode="auto">
            <a:xfrm>
              <a:off x="7819872" y="2645638"/>
              <a:ext cx="480970" cy="616690"/>
            </a:xfrm>
            <a:custGeom>
              <a:avLst/>
              <a:gdLst>
                <a:gd name="T0" fmla="*/ 11 w 97"/>
                <a:gd name="T1" fmla="*/ 19 h 125"/>
                <a:gd name="T2" fmla="*/ 1 w 97"/>
                <a:gd name="T3" fmla="*/ 39 h 125"/>
                <a:gd name="T4" fmla="*/ 9 w 97"/>
                <a:gd name="T5" fmla="*/ 90 h 125"/>
                <a:gd name="T6" fmla="*/ 41 w 97"/>
                <a:gd name="T7" fmla="*/ 119 h 125"/>
                <a:gd name="T8" fmla="*/ 93 w 97"/>
                <a:gd name="T9" fmla="*/ 98 h 125"/>
                <a:gd name="T10" fmla="*/ 81 w 97"/>
                <a:gd name="T11" fmla="*/ 58 h 125"/>
                <a:gd name="T12" fmla="*/ 65 w 97"/>
                <a:gd name="T13" fmla="*/ 12 h 125"/>
                <a:gd name="T14" fmla="*/ 11 w 97"/>
                <a:gd name="T15" fmla="*/ 19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7" h="125">
                  <a:moveTo>
                    <a:pt x="11" y="19"/>
                  </a:moveTo>
                  <a:cubicBezTo>
                    <a:pt x="11" y="19"/>
                    <a:pt x="0" y="25"/>
                    <a:pt x="1" y="39"/>
                  </a:cubicBezTo>
                  <a:cubicBezTo>
                    <a:pt x="2" y="53"/>
                    <a:pt x="10" y="78"/>
                    <a:pt x="9" y="90"/>
                  </a:cubicBezTo>
                  <a:cubicBezTo>
                    <a:pt x="8" y="102"/>
                    <a:pt x="6" y="125"/>
                    <a:pt x="41" y="119"/>
                  </a:cubicBezTo>
                  <a:cubicBezTo>
                    <a:pt x="75" y="114"/>
                    <a:pt x="89" y="107"/>
                    <a:pt x="93" y="98"/>
                  </a:cubicBezTo>
                  <a:cubicBezTo>
                    <a:pt x="97" y="88"/>
                    <a:pt x="83" y="74"/>
                    <a:pt x="81" y="58"/>
                  </a:cubicBezTo>
                  <a:cubicBezTo>
                    <a:pt x="78" y="42"/>
                    <a:pt x="81" y="23"/>
                    <a:pt x="65" y="12"/>
                  </a:cubicBezTo>
                  <a:cubicBezTo>
                    <a:pt x="50" y="1"/>
                    <a:pt x="22" y="0"/>
                    <a:pt x="11" y="19"/>
                  </a:cubicBezTo>
                  <a:close/>
                </a:path>
              </a:pathLst>
            </a:custGeom>
            <a:solidFill>
              <a:srgbClr val="3A11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4" name="iṡľîḑè"/>
            <p:cNvSpPr/>
            <p:nvPr/>
          </p:nvSpPr>
          <p:spPr bwMode="auto">
            <a:xfrm>
              <a:off x="7865113" y="2802787"/>
              <a:ext cx="266676" cy="261914"/>
            </a:xfrm>
            <a:custGeom>
              <a:avLst/>
              <a:gdLst>
                <a:gd name="T0" fmla="*/ 0 w 54"/>
                <a:gd name="T1" fmla="*/ 11 h 53"/>
                <a:gd name="T2" fmla="*/ 2 w 54"/>
                <a:gd name="T3" fmla="*/ 29 h 53"/>
                <a:gd name="T4" fmla="*/ 14 w 54"/>
                <a:gd name="T5" fmla="*/ 52 h 53"/>
                <a:gd name="T6" fmla="*/ 46 w 54"/>
                <a:gd name="T7" fmla="*/ 43 h 53"/>
                <a:gd name="T8" fmla="*/ 50 w 54"/>
                <a:gd name="T9" fmla="*/ 24 h 53"/>
                <a:gd name="T10" fmla="*/ 54 w 54"/>
                <a:gd name="T11" fmla="*/ 15 h 53"/>
                <a:gd name="T12" fmla="*/ 47 w 54"/>
                <a:gd name="T13" fmla="*/ 6 h 53"/>
                <a:gd name="T14" fmla="*/ 43 w 54"/>
                <a:gd name="T15" fmla="*/ 11 h 53"/>
                <a:gd name="T16" fmla="*/ 5 w 54"/>
                <a:gd name="T17" fmla="*/ 0 h 53"/>
                <a:gd name="T18" fmla="*/ 0 w 54"/>
                <a:gd name="T19" fmla="*/ 1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53">
                  <a:moveTo>
                    <a:pt x="0" y="11"/>
                  </a:moveTo>
                  <a:cubicBezTo>
                    <a:pt x="0" y="11"/>
                    <a:pt x="1" y="19"/>
                    <a:pt x="2" y="29"/>
                  </a:cubicBezTo>
                  <a:cubicBezTo>
                    <a:pt x="3" y="38"/>
                    <a:pt x="5" y="51"/>
                    <a:pt x="14" y="52"/>
                  </a:cubicBezTo>
                  <a:cubicBezTo>
                    <a:pt x="23" y="53"/>
                    <a:pt x="33" y="51"/>
                    <a:pt x="46" y="43"/>
                  </a:cubicBezTo>
                  <a:cubicBezTo>
                    <a:pt x="46" y="43"/>
                    <a:pt x="49" y="41"/>
                    <a:pt x="50" y="24"/>
                  </a:cubicBezTo>
                  <a:cubicBezTo>
                    <a:pt x="50" y="24"/>
                    <a:pt x="54" y="22"/>
                    <a:pt x="54" y="15"/>
                  </a:cubicBezTo>
                  <a:cubicBezTo>
                    <a:pt x="53" y="9"/>
                    <a:pt x="52" y="4"/>
                    <a:pt x="47" y="6"/>
                  </a:cubicBezTo>
                  <a:cubicBezTo>
                    <a:pt x="42" y="8"/>
                    <a:pt x="43" y="11"/>
                    <a:pt x="43" y="11"/>
                  </a:cubicBezTo>
                  <a:cubicBezTo>
                    <a:pt x="43" y="11"/>
                    <a:pt x="17" y="16"/>
                    <a:pt x="5" y="0"/>
                  </a:cubicBezTo>
                  <a:cubicBezTo>
                    <a:pt x="5" y="0"/>
                    <a:pt x="4" y="8"/>
                    <a:pt x="0" y="11"/>
                  </a:cubicBezTo>
                  <a:close/>
                </a:path>
              </a:pathLst>
            </a:custGeom>
            <a:solidFill>
              <a:srgbClr val="D88F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5" name="îs1ïdè"/>
            <p:cNvSpPr/>
            <p:nvPr/>
          </p:nvSpPr>
          <p:spPr bwMode="auto">
            <a:xfrm>
              <a:off x="8029404" y="2986128"/>
              <a:ext cx="92861" cy="223818"/>
            </a:xfrm>
            <a:custGeom>
              <a:avLst/>
              <a:gdLst>
                <a:gd name="T0" fmla="*/ 12 w 19"/>
                <a:gd name="T1" fmla="*/ 0 h 45"/>
                <a:gd name="T2" fmla="*/ 12 w 19"/>
                <a:gd name="T3" fmla="*/ 0 h 45"/>
                <a:gd name="T4" fmla="*/ 9 w 19"/>
                <a:gd name="T5" fmla="*/ 4 h 45"/>
                <a:gd name="T6" fmla="*/ 0 w 19"/>
                <a:gd name="T7" fmla="*/ 10 h 45"/>
                <a:gd name="T8" fmla="*/ 3 w 19"/>
                <a:gd name="T9" fmla="*/ 20 h 45"/>
                <a:gd name="T10" fmla="*/ 3 w 19"/>
                <a:gd name="T11" fmla="*/ 28 h 45"/>
                <a:gd name="T12" fmla="*/ 2 w 19"/>
                <a:gd name="T13" fmla="*/ 42 h 45"/>
                <a:gd name="T14" fmla="*/ 15 w 19"/>
                <a:gd name="T15" fmla="*/ 32 h 45"/>
                <a:gd name="T16" fmla="*/ 19 w 19"/>
                <a:gd name="T17" fmla="*/ 21 h 45"/>
                <a:gd name="T18" fmla="*/ 12 w 19"/>
                <a:gd name="T1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45">
                  <a:moveTo>
                    <a:pt x="12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0" y="4"/>
                    <a:pt x="9" y="4"/>
                    <a:pt x="9" y="4"/>
                  </a:cubicBezTo>
                  <a:cubicBezTo>
                    <a:pt x="6" y="7"/>
                    <a:pt x="3" y="8"/>
                    <a:pt x="0" y="10"/>
                  </a:cubicBezTo>
                  <a:cubicBezTo>
                    <a:pt x="1" y="13"/>
                    <a:pt x="2" y="17"/>
                    <a:pt x="3" y="20"/>
                  </a:cubicBezTo>
                  <a:cubicBezTo>
                    <a:pt x="4" y="26"/>
                    <a:pt x="3" y="28"/>
                    <a:pt x="3" y="28"/>
                  </a:cubicBezTo>
                  <a:cubicBezTo>
                    <a:pt x="3" y="28"/>
                    <a:pt x="0" y="39"/>
                    <a:pt x="2" y="42"/>
                  </a:cubicBezTo>
                  <a:cubicBezTo>
                    <a:pt x="4" y="45"/>
                    <a:pt x="12" y="40"/>
                    <a:pt x="15" y="32"/>
                  </a:cubicBezTo>
                  <a:cubicBezTo>
                    <a:pt x="17" y="24"/>
                    <a:pt x="19" y="21"/>
                    <a:pt x="19" y="21"/>
                  </a:cubicBezTo>
                  <a:cubicBezTo>
                    <a:pt x="14" y="18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D88F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6" name="ïś1îḑè"/>
            <p:cNvSpPr/>
            <p:nvPr/>
          </p:nvSpPr>
          <p:spPr bwMode="auto">
            <a:xfrm>
              <a:off x="7800824" y="3124228"/>
              <a:ext cx="271439" cy="514305"/>
            </a:xfrm>
            <a:custGeom>
              <a:avLst/>
              <a:gdLst>
                <a:gd name="T0" fmla="*/ 48 w 55"/>
                <a:gd name="T1" fmla="*/ 14 h 104"/>
                <a:gd name="T2" fmla="*/ 49 w 55"/>
                <a:gd name="T3" fmla="*/ 0 h 104"/>
                <a:gd name="T4" fmla="*/ 41 w 55"/>
                <a:gd name="T5" fmla="*/ 8 h 104"/>
                <a:gd name="T6" fmla="*/ 30 w 55"/>
                <a:gd name="T7" fmla="*/ 65 h 104"/>
                <a:gd name="T8" fmla="*/ 0 w 55"/>
                <a:gd name="T9" fmla="*/ 98 h 104"/>
                <a:gd name="T10" fmla="*/ 12 w 55"/>
                <a:gd name="T11" fmla="*/ 103 h 104"/>
                <a:gd name="T12" fmla="*/ 43 w 55"/>
                <a:gd name="T13" fmla="*/ 73 h 104"/>
                <a:gd name="T14" fmla="*/ 55 w 55"/>
                <a:gd name="T15" fmla="*/ 12 h 104"/>
                <a:gd name="T16" fmla="*/ 48 w 55"/>
                <a:gd name="T17" fmla="*/ 1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104">
                  <a:moveTo>
                    <a:pt x="48" y="14"/>
                  </a:moveTo>
                  <a:cubicBezTo>
                    <a:pt x="46" y="11"/>
                    <a:pt x="49" y="0"/>
                    <a:pt x="49" y="0"/>
                  </a:cubicBezTo>
                  <a:cubicBezTo>
                    <a:pt x="49" y="0"/>
                    <a:pt x="43" y="1"/>
                    <a:pt x="41" y="8"/>
                  </a:cubicBezTo>
                  <a:cubicBezTo>
                    <a:pt x="39" y="15"/>
                    <a:pt x="31" y="63"/>
                    <a:pt x="30" y="65"/>
                  </a:cubicBezTo>
                  <a:cubicBezTo>
                    <a:pt x="29" y="67"/>
                    <a:pt x="0" y="98"/>
                    <a:pt x="0" y="98"/>
                  </a:cubicBezTo>
                  <a:cubicBezTo>
                    <a:pt x="0" y="98"/>
                    <a:pt x="7" y="104"/>
                    <a:pt x="12" y="103"/>
                  </a:cubicBezTo>
                  <a:cubicBezTo>
                    <a:pt x="12" y="103"/>
                    <a:pt x="38" y="78"/>
                    <a:pt x="43" y="73"/>
                  </a:cubicBezTo>
                  <a:cubicBezTo>
                    <a:pt x="48" y="69"/>
                    <a:pt x="55" y="12"/>
                    <a:pt x="55" y="12"/>
                  </a:cubicBezTo>
                  <a:cubicBezTo>
                    <a:pt x="52" y="15"/>
                    <a:pt x="49" y="16"/>
                    <a:pt x="48" y="14"/>
                  </a:cubicBezTo>
                  <a:close/>
                </a:path>
              </a:pathLst>
            </a:custGeom>
            <a:solidFill>
              <a:srgbClr val="CE3A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7" name="íš1îďé"/>
            <p:cNvSpPr/>
            <p:nvPr/>
          </p:nvSpPr>
          <p:spPr bwMode="auto">
            <a:xfrm>
              <a:off x="7993689" y="3090894"/>
              <a:ext cx="228580" cy="473828"/>
            </a:xfrm>
            <a:custGeom>
              <a:avLst/>
              <a:gdLst>
                <a:gd name="T0" fmla="*/ 41 w 46"/>
                <a:gd name="T1" fmla="*/ 32 h 96"/>
                <a:gd name="T2" fmla="*/ 26 w 46"/>
                <a:gd name="T3" fmla="*/ 0 h 96"/>
                <a:gd name="T4" fmla="*/ 22 w 46"/>
                <a:gd name="T5" fmla="*/ 11 h 96"/>
                <a:gd name="T6" fmla="*/ 9 w 46"/>
                <a:gd name="T7" fmla="*/ 21 h 96"/>
                <a:gd name="T8" fmla="*/ 8 w 46"/>
                <a:gd name="T9" fmla="*/ 13 h 96"/>
                <a:gd name="T10" fmla="*/ 1 w 46"/>
                <a:gd name="T11" fmla="*/ 41 h 96"/>
                <a:gd name="T12" fmla="*/ 7 w 46"/>
                <a:gd name="T13" fmla="*/ 56 h 96"/>
                <a:gd name="T14" fmla="*/ 8 w 46"/>
                <a:gd name="T15" fmla="*/ 88 h 96"/>
                <a:gd name="T16" fmla="*/ 46 w 46"/>
                <a:gd name="T17" fmla="*/ 87 h 96"/>
                <a:gd name="T18" fmla="*/ 41 w 46"/>
                <a:gd name="T19" fmla="*/ 3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96">
                  <a:moveTo>
                    <a:pt x="41" y="32"/>
                  </a:moveTo>
                  <a:cubicBezTo>
                    <a:pt x="37" y="11"/>
                    <a:pt x="26" y="0"/>
                    <a:pt x="26" y="0"/>
                  </a:cubicBezTo>
                  <a:cubicBezTo>
                    <a:pt x="26" y="0"/>
                    <a:pt x="24" y="3"/>
                    <a:pt x="22" y="11"/>
                  </a:cubicBezTo>
                  <a:cubicBezTo>
                    <a:pt x="19" y="19"/>
                    <a:pt x="11" y="24"/>
                    <a:pt x="9" y="21"/>
                  </a:cubicBezTo>
                  <a:cubicBezTo>
                    <a:pt x="8" y="20"/>
                    <a:pt x="8" y="16"/>
                    <a:pt x="8" y="13"/>
                  </a:cubicBezTo>
                  <a:cubicBezTo>
                    <a:pt x="8" y="13"/>
                    <a:pt x="2" y="33"/>
                    <a:pt x="1" y="41"/>
                  </a:cubicBezTo>
                  <a:cubicBezTo>
                    <a:pt x="0" y="49"/>
                    <a:pt x="4" y="49"/>
                    <a:pt x="7" y="56"/>
                  </a:cubicBezTo>
                  <a:cubicBezTo>
                    <a:pt x="9" y="62"/>
                    <a:pt x="10" y="79"/>
                    <a:pt x="8" y="88"/>
                  </a:cubicBezTo>
                  <a:cubicBezTo>
                    <a:pt x="8" y="88"/>
                    <a:pt x="21" y="96"/>
                    <a:pt x="46" y="87"/>
                  </a:cubicBezTo>
                  <a:cubicBezTo>
                    <a:pt x="46" y="87"/>
                    <a:pt x="45" y="52"/>
                    <a:pt x="41" y="32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8" name="îṡlídè"/>
            <p:cNvSpPr/>
            <p:nvPr/>
          </p:nvSpPr>
          <p:spPr bwMode="auto">
            <a:xfrm>
              <a:off x="7419857" y="3519481"/>
              <a:ext cx="857174" cy="792887"/>
            </a:xfrm>
            <a:custGeom>
              <a:avLst/>
              <a:gdLst>
                <a:gd name="T0" fmla="*/ 124 w 173"/>
                <a:gd name="T1" fmla="*/ 1 h 160"/>
                <a:gd name="T2" fmla="*/ 120 w 173"/>
                <a:gd name="T3" fmla="*/ 13 h 160"/>
                <a:gd name="T4" fmla="*/ 65 w 173"/>
                <a:gd name="T5" fmla="*/ 29 h 160"/>
                <a:gd name="T6" fmla="*/ 0 w 173"/>
                <a:gd name="T7" fmla="*/ 150 h 160"/>
                <a:gd name="T8" fmla="*/ 15 w 173"/>
                <a:gd name="T9" fmla="*/ 159 h 160"/>
                <a:gd name="T10" fmla="*/ 57 w 173"/>
                <a:gd name="T11" fmla="*/ 98 h 160"/>
                <a:gd name="T12" fmla="*/ 73 w 173"/>
                <a:gd name="T13" fmla="*/ 65 h 160"/>
                <a:gd name="T14" fmla="*/ 160 w 173"/>
                <a:gd name="T15" fmla="*/ 48 h 160"/>
                <a:gd name="T16" fmla="*/ 162 w 173"/>
                <a:gd name="T17" fmla="*/ 0 h 160"/>
                <a:gd name="T18" fmla="*/ 124 w 173"/>
                <a:gd name="T19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3" h="160">
                  <a:moveTo>
                    <a:pt x="124" y="1"/>
                  </a:moveTo>
                  <a:cubicBezTo>
                    <a:pt x="120" y="13"/>
                    <a:pt x="120" y="13"/>
                    <a:pt x="120" y="13"/>
                  </a:cubicBezTo>
                  <a:cubicBezTo>
                    <a:pt x="120" y="13"/>
                    <a:pt x="71" y="21"/>
                    <a:pt x="65" y="29"/>
                  </a:cubicBezTo>
                  <a:cubicBezTo>
                    <a:pt x="58" y="36"/>
                    <a:pt x="0" y="150"/>
                    <a:pt x="0" y="150"/>
                  </a:cubicBezTo>
                  <a:cubicBezTo>
                    <a:pt x="0" y="150"/>
                    <a:pt x="3" y="160"/>
                    <a:pt x="15" y="159"/>
                  </a:cubicBezTo>
                  <a:cubicBezTo>
                    <a:pt x="15" y="159"/>
                    <a:pt x="51" y="121"/>
                    <a:pt x="57" y="98"/>
                  </a:cubicBezTo>
                  <a:cubicBezTo>
                    <a:pt x="64" y="76"/>
                    <a:pt x="70" y="68"/>
                    <a:pt x="73" y="65"/>
                  </a:cubicBezTo>
                  <a:cubicBezTo>
                    <a:pt x="76" y="62"/>
                    <a:pt x="147" y="56"/>
                    <a:pt x="160" y="48"/>
                  </a:cubicBezTo>
                  <a:cubicBezTo>
                    <a:pt x="173" y="41"/>
                    <a:pt x="162" y="0"/>
                    <a:pt x="162" y="0"/>
                  </a:cubicBezTo>
                  <a:cubicBezTo>
                    <a:pt x="162" y="0"/>
                    <a:pt x="143" y="9"/>
                    <a:pt x="124" y="1"/>
                  </a:cubicBezTo>
                  <a:close/>
                </a:path>
              </a:pathLst>
            </a:custGeom>
            <a:solidFill>
              <a:srgbClr val="4E29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9" name="îṣ1ïḓê"/>
            <p:cNvSpPr/>
            <p:nvPr/>
          </p:nvSpPr>
          <p:spPr bwMode="auto">
            <a:xfrm>
              <a:off x="7715106" y="3519481"/>
              <a:ext cx="566688" cy="778601"/>
            </a:xfrm>
            <a:custGeom>
              <a:avLst/>
              <a:gdLst>
                <a:gd name="T0" fmla="*/ 29 w 114"/>
                <a:gd name="T1" fmla="*/ 155 h 157"/>
                <a:gd name="T2" fmla="*/ 12 w 114"/>
                <a:gd name="T3" fmla="*/ 104 h 157"/>
                <a:gd name="T4" fmla="*/ 9 w 114"/>
                <a:gd name="T5" fmla="*/ 51 h 157"/>
                <a:gd name="T6" fmla="*/ 61 w 114"/>
                <a:gd name="T7" fmla="*/ 28 h 157"/>
                <a:gd name="T8" fmla="*/ 72 w 114"/>
                <a:gd name="T9" fmla="*/ 3 h 157"/>
                <a:gd name="T10" fmla="*/ 102 w 114"/>
                <a:gd name="T11" fmla="*/ 0 h 157"/>
                <a:gd name="T12" fmla="*/ 113 w 114"/>
                <a:gd name="T13" fmla="*/ 30 h 157"/>
                <a:gd name="T14" fmla="*/ 72 w 114"/>
                <a:gd name="T15" fmla="*/ 63 h 157"/>
                <a:gd name="T16" fmla="*/ 32 w 114"/>
                <a:gd name="T17" fmla="*/ 73 h 157"/>
                <a:gd name="T18" fmla="*/ 40 w 114"/>
                <a:gd name="T19" fmla="*/ 97 h 157"/>
                <a:gd name="T20" fmla="*/ 47 w 114"/>
                <a:gd name="T21" fmla="*/ 153 h 157"/>
                <a:gd name="T22" fmla="*/ 29 w 114"/>
                <a:gd name="T23" fmla="*/ 15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4" h="157">
                  <a:moveTo>
                    <a:pt x="29" y="155"/>
                  </a:moveTo>
                  <a:cubicBezTo>
                    <a:pt x="29" y="155"/>
                    <a:pt x="17" y="120"/>
                    <a:pt x="12" y="104"/>
                  </a:cubicBezTo>
                  <a:cubicBezTo>
                    <a:pt x="7" y="88"/>
                    <a:pt x="0" y="61"/>
                    <a:pt x="9" y="51"/>
                  </a:cubicBezTo>
                  <a:cubicBezTo>
                    <a:pt x="18" y="40"/>
                    <a:pt x="61" y="28"/>
                    <a:pt x="61" y="28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2" y="3"/>
                    <a:pt x="85" y="5"/>
                    <a:pt x="102" y="0"/>
                  </a:cubicBezTo>
                  <a:cubicBezTo>
                    <a:pt x="102" y="0"/>
                    <a:pt x="111" y="17"/>
                    <a:pt x="113" y="30"/>
                  </a:cubicBezTo>
                  <a:cubicBezTo>
                    <a:pt x="114" y="43"/>
                    <a:pt x="102" y="61"/>
                    <a:pt x="72" y="63"/>
                  </a:cubicBezTo>
                  <a:cubicBezTo>
                    <a:pt x="42" y="66"/>
                    <a:pt x="36" y="66"/>
                    <a:pt x="32" y="73"/>
                  </a:cubicBezTo>
                  <a:cubicBezTo>
                    <a:pt x="29" y="81"/>
                    <a:pt x="34" y="86"/>
                    <a:pt x="40" y="97"/>
                  </a:cubicBezTo>
                  <a:cubicBezTo>
                    <a:pt x="46" y="108"/>
                    <a:pt x="47" y="153"/>
                    <a:pt x="47" y="153"/>
                  </a:cubicBezTo>
                  <a:cubicBezTo>
                    <a:pt x="47" y="153"/>
                    <a:pt x="39" y="157"/>
                    <a:pt x="29" y="155"/>
                  </a:cubicBezTo>
                  <a:close/>
                </a:path>
              </a:pathLst>
            </a:custGeom>
            <a:solidFill>
              <a:srgbClr val="633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0" name="i$ḻíďè"/>
            <p:cNvSpPr/>
            <p:nvPr/>
          </p:nvSpPr>
          <p:spPr bwMode="auto">
            <a:xfrm>
              <a:off x="7229374" y="4276651"/>
              <a:ext cx="264296" cy="173817"/>
            </a:xfrm>
            <a:custGeom>
              <a:avLst/>
              <a:gdLst>
                <a:gd name="T0" fmla="*/ 40 w 53"/>
                <a:gd name="T1" fmla="*/ 0 h 35"/>
                <a:gd name="T2" fmla="*/ 26 w 53"/>
                <a:gd name="T3" fmla="*/ 19 h 35"/>
                <a:gd name="T4" fmla="*/ 0 w 53"/>
                <a:gd name="T5" fmla="*/ 35 h 35"/>
                <a:gd name="T6" fmla="*/ 20 w 53"/>
                <a:gd name="T7" fmla="*/ 33 h 35"/>
                <a:gd name="T8" fmla="*/ 40 w 53"/>
                <a:gd name="T9" fmla="*/ 29 h 35"/>
                <a:gd name="T10" fmla="*/ 42 w 53"/>
                <a:gd name="T11" fmla="*/ 22 h 35"/>
                <a:gd name="T12" fmla="*/ 53 w 53"/>
                <a:gd name="T13" fmla="*/ 6 h 35"/>
                <a:gd name="T14" fmla="*/ 40 w 53"/>
                <a:gd name="T1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" h="35">
                  <a:moveTo>
                    <a:pt x="40" y="0"/>
                  </a:moveTo>
                  <a:cubicBezTo>
                    <a:pt x="40" y="0"/>
                    <a:pt x="31" y="13"/>
                    <a:pt x="26" y="19"/>
                  </a:cubicBezTo>
                  <a:cubicBezTo>
                    <a:pt x="20" y="24"/>
                    <a:pt x="3" y="34"/>
                    <a:pt x="0" y="35"/>
                  </a:cubicBezTo>
                  <a:cubicBezTo>
                    <a:pt x="0" y="35"/>
                    <a:pt x="12" y="32"/>
                    <a:pt x="20" y="33"/>
                  </a:cubicBezTo>
                  <a:cubicBezTo>
                    <a:pt x="28" y="33"/>
                    <a:pt x="38" y="33"/>
                    <a:pt x="40" y="29"/>
                  </a:cubicBezTo>
                  <a:cubicBezTo>
                    <a:pt x="41" y="27"/>
                    <a:pt x="41" y="26"/>
                    <a:pt x="42" y="22"/>
                  </a:cubicBezTo>
                  <a:cubicBezTo>
                    <a:pt x="44" y="17"/>
                    <a:pt x="53" y="6"/>
                    <a:pt x="53" y="6"/>
                  </a:cubicBezTo>
                  <a:cubicBezTo>
                    <a:pt x="53" y="6"/>
                    <a:pt x="46" y="8"/>
                    <a:pt x="40" y="0"/>
                  </a:cubicBezTo>
                  <a:close/>
                </a:path>
              </a:pathLst>
            </a:custGeom>
            <a:solidFill>
              <a:srgbClr val="D88F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1" name="ïṥľiḍé"/>
            <p:cNvSpPr/>
            <p:nvPr/>
          </p:nvSpPr>
          <p:spPr bwMode="auto">
            <a:xfrm>
              <a:off x="7146039" y="4400465"/>
              <a:ext cx="307155" cy="109528"/>
            </a:xfrm>
            <a:custGeom>
              <a:avLst/>
              <a:gdLst>
                <a:gd name="T0" fmla="*/ 57 w 62"/>
                <a:gd name="T1" fmla="*/ 4 h 22"/>
                <a:gd name="T2" fmla="*/ 37 w 62"/>
                <a:gd name="T3" fmla="*/ 8 h 22"/>
                <a:gd name="T4" fmla="*/ 17 w 62"/>
                <a:gd name="T5" fmla="*/ 10 h 22"/>
                <a:gd name="T6" fmla="*/ 22 w 62"/>
                <a:gd name="T7" fmla="*/ 7 h 22"/>
                <a:gd name="T8" fmla="*/ 13 w 62"/>
                <a:gd name="T9" fmla="*/ 10 h 22"/>
                <a:gd name="T10" fmla="*/ 2 w 62"/>
                <a:gd name="T11" fmla="*/ 16 h 22"/>
                <a:gd name="T12" fmla="*/ 26 w 62"/>
                <a:gd name="T13" fmla="*/ 19 h 22"/>
                <a:gd name="T14" fmla="*/ 49 w 62"/>
                <a:gd name="T15" fmla="*/ 18 h 22"/>
                <a:gd name="T16" fmla="*/ 61 w 62"/>
                <a:gd name="T17" fmla="*/ 13 h 22"/>
                <a:gd name="T18" fmla="*/ 58 w 62"/>
                <a:gd name="T19" fmla="*/ 0 h 22"/>
                <a:gd name="T20" fmla="*/ 57 w 62"/>
                <a:gd name="T21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22">
                  <a:moveTo>
                    <a:pt x="57" y="4"/>
                  </a:moveTo>
                  <a:cubicBezTo>
                    <a:pt x="55" y="8"/>
                    <a:pt x="45" y="8"/>
                    <a:pt x="37" y="8"/>
                  </a:cubicBezTo>
                  <a:cubicBezTo>
                    <a:pt x="29" y="7"/>
                    <a:pt x="17" y="10"/>
                    <a:pt x="17" y="10"/>
                  </a:cubicBezTo>
                  <a:cubicBezTo>
                    <a:pt x="18" y="9"/>
                    <a:pt x="19" y="9"/>
                    <a:pt x="22" y="7"/>
                  </a:cubicBezTo>
                  <a:cubicBezTo>
                    <a:pt x="18" y="9"/>
                    <a:pt x="15" y="9"/>
                    <a:pt x="13" y="10"/>
                  </a:cubicBezTo>
                  <a:cubicBezTo>
                    <a:pt x="9" y="11"/>
                    <a:pt x="3" y="13"/>
                    <a:pt x="2" y="16"/>
                  </a:cubicBezTo>
                  <a:cubicBezTo>
                    <a:pt x="0" y="22"/>
                    <a:pt x="18" y="20"/>
                    <a:pt x="26" y="19"/>
                  </a:cubicBezTo>
                  <a:cubicBezTo>
                    <a:pt x="34" y="18"/>
                    <a:pt x="42" y="19"/>
                    <a:pt x="49" y="18"/>
                  </a:cubicBezTo>
                  <a:cubicBezTo>
                    <a:pt x="56" y="16"/>
                    <a:pt x="61" y="13"/>
                    <a:pt x="61" y="13"/>
                  </a:cubicBezTo>
                  <a:cubicBezTo>
                    <a:pt x="62" y="6"/>
                    <a:pt x="58" y="0"/>
                    <a:pt x="58" y="0"/>
                  </a:cubicBezTo>
                  <a:cubicBezTo>
                    <a:pt x="58" y="2"/>
                    <a:pt x="58" y="3"/>
                    <a:pt x="57" y="4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2" name="îṩḷiḑê"/>
            <p:cNvSpPr/>
            <p:nvPr/>
          </p:nvSpPr>
          <p:spPr bwMode="auto">
            <a:xfrm>
              <a:off x="7846064" y="4281413"/>
              <a:ext cx="142862" cy="200007"/>
            </a:xfrm>
            <a:custGeom>
              <a:avLst/>
              <a:gdLst>
                <a:gd name="T0" fmla="*/ 6 w 29"/>
                <a:gd name="T1" fmla="*/ 2 h 40"/>
                <a:gd name="T2" fmla="*/ 9 w 29"/>
                <a:gd name="T3" fmla="*/ 12 h 40"/>
                <a:gd name="T4" fmla="*/ 6 w 29"/>
                <a:gd name="T5" fmla="*/ 32 h 40"/>
                <a:gd name="T6" fmla="*/ 0 w 29"/>
                <a:gd name="T7" fmla="*/ 37 h 40"/>
                <a:gd name="T8" fmla="*/ 18 w 29"/>
                <a:gd name="T9" fmla="*/ 37 h 40"/>
                <a:gd name="T10" fmla="*/ 26 w 29"/>
                <a:gd name="T11" fmla="*/ 16 h 40"/>
                <a:gd name="T12" fmla="*/ 19 w 29"/>
                <a:gd name="T13" fmla="*/ 0 h 40"/>
                <a:gd name="T14" fmla="*/ 6 w 29"/>
                <a:gd name="T15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40">
                  <a:moveTo>
                    <a:pt x="6" y="2"/>
                  </a:moveTo>
                  <a:cubicBezTo>
                    <a:pt x="6" y="2"/>
                    <a:pt x="8" y="10"/>
                    <a:pt x="9" y="12"/>
                  </a:cubicBezTo>
                  <a:cubicBezTo>
                    <a:pt x="10" y="15"/>
                    <a:pt x="6" y="30"/>
                    <a:pt x="6" y="32"/>
                  </a:cubicBezTo>
                  <a:cubicBezTo>
                    <a:pt x="5" y="34"/>
                    <a:pt x="0" y="36"/>
                    <a:pt x="0" y="37"/>
                  </a:cubicBezTo>
                  <a:cubicBezTo>
                    <a:pt x="0" y="38"/>
                    <a:pt x="12" y="40"/>
                    <a:pt x="18" y="37"/>
                  </a:cubicBezTo>
                  <a:cubicBezTo>
                    <a:pt x="24" y="34"/>
                    <a:pt x="20" y="27"/>
                    <a:pt x="26" y="16"/>
                  </a:cubicBezTo>
                  <a:cubicBezTo>
                    <a:pt x="29" y="12"/>
                    <a:pt x="19" y="0"/>
                    <a:pt x="19" y="0"/>
                  </a:cubicBezTo>
                  <a:cubicBezTo>
                    <a:pt x="19" y="0"/>
                    <a:pt x="14" y="1"/>
                    <a:pt x="6" y="2"/>
                  </a:cubicBezTo>
                  <a:close/>
                </a:path>
              </a:pathLst>
            </a:custGeom>
            <a:solidFill>
              <a:srgbClr val="D88F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3" name="îṡľïďe"/>
            <p:cNvSpPr/>
            <p:nvPr/>
          </p:nvSpPr>
          <p:spPr bwMode="auto">
            <a:xfrm>
              <a:off x="7805586" y="4340939"/>
              <a:ext cx="197627" cy="169055"/>
            </a:xfrm>
            <a:custGeom>
              <a:avLst/>
              <a:gdLst>
                <a:gd name="T0" fmla="*/ 34 w 40"/>
                <a:gd name="T1" fmla="*/ 0 h 34"/>
                <a:gd name="T2" fmla="*/ 34 w 40"/>
                <a:gd name="T3" fmla="*/ 0 h 34"/>
                <a:gd name="T4" fmla="*/ 34 w 40"/>
                <a:gd name="T5" fmla="*/ 4 h 34"/>
                <a:gd name="T6" fmla="*/ 26 w 40"/>
                <a:gd name="T7" fmla="*/ 25 h 34"/>
                <a:gd name="T8" fmla="*/ 8 w 40"/>
                <a:gd name="T9" fmla="*/ 25 h 34"/>
                <a:gd name="T10" fmla="*/ 14 w 40"/>
                <a:gd name="T11" fmla="*/ 20 h 34"/>
                <a:gd name="T12" fmla="*/ 1 w 40"/>
                <a:gd name="T13" fmla="*/ 26 h 34"/>
                <a:gd name="T14" fmla="*/ 2 w 40"/>
                <a:gd name="T15" fmla="*/ 32 h 34"/>
                <a:gd name="T16" fmla="*/ 27 w 40"/>
                <a:gd name="T17" fmla="*/ 32 h 34"/>
                <a:gd name="T18" fmla="*/ 36 w 40"/>
                <a:gd name="T19" fmla="*/ 15 h 34"/>
                <a:gd name="T20" fmla="*/ 34 w 40"/>
                <a:gd name="T2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34"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5" y="1"/>
                    <a:pt x="35" y="3"/>
                    <a:pt x="34" y="4"/>
                  </a:cubicBezTo>
                  <a:cubicBezTo>
                    <a:pt x="28" y="15"/>
                    <a:pt x="32" y="22"/>
                    <a:pt x="26" y="25"/>
                  </a:cubicBezTo>
                  <a:cubicBezTo>
                    <a:pt x="20" y="28"/>
                    <a:pt x="8" y="26"/>
                    <a:pt x="8" y="25"/>
                  </a:cubicBezTo>
                  <a:cubicBezTo>
                    <a:pt x="8" y="24"/>
                    <a:pt x="13" y="22"/>
                    <a:pt x="14" y="20"/>
                  </a:cubicBezTo>
                  <a:cubicBezTo>
                    <a:pt x="14" y="20"/>
                    <a:pt x="1" y="24"/>
                    <a:pt x="1" y="26"/>
                  </a:cubicBezTo>
                  <a:cubicBezTo>
                    <a:pt x="0" y="28"/>
                    <a:pt x="1" y="32"/>
                    <a:pt x="2" y="32"/>
                  </a:cubicBezTo>
                  <a:cubicBezTo>
                    <a:pt x="3" y="32"/>
                    <a:pt x="20" y="34"/>
                    <a:pt x="27" y="32"/>
                  </a:cubicBezTo>
                  <a:cubicBezTo>
                    <a:pt x="35" y="30"/>
                    <a:pt x="32" y="22"/>
                    <a:pt x="36" y="15"/>
                  </a:cubicBezTo>
                  <a:cubicBezTo>
                    <a:pt x="40" y="8"/>
                    <a:pt x="40" y="5"/>
                    <a:pt x="34" y="0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4" name="iS1ïdé"/>
            <p:cNvSpPr/>
            <p:nvPr/>
          </p:nvSpPr>
          <p:spPr bwMode="auto">
            <a:xfrm>
              <a:off x="7488908" y="3417095"/>
              <a:ext cx="390491" cy="280963"/>
            </a:xfrm>
            <a:custGeom>
              <a:avLst/>
              <a:gdLst>
                <a:gd name="T0" fmla="*/ 164 w 164"/>
                <a:gd name="T1" fmla="*/ 118 h 118"/>
                <a:gd name="T2" fmla="*/ 139 w 164"/>
                <a:gd name="T3" fmla="*/ 0 h 118"/>
                <a:gd name="T4" fmla="*/ 0 w 164"/>
                <a:gd name="T5" fmla="*/ 0 h 118"/>
                <a:gd name="T6" fmla="*/ 25 w 164"/>
                <a:gd name="T7" fmla="*/ 118 h 118"/>
                <a:gd name="T8" fmla="*/ 164 w 164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118">
                  <a:moveTo>
                    <a:pt x="164" y="118"/>
                  </a:moveTo>
                  <a:lnTo>
                    <a:pt x="139" y="0"/>
                  </a:lnTo>
                  <a:lnTo>
                    <a:pt x="0" y="0"/>
                  </a:lnTo>
                  <a:lnTo>
                    <a:pt x="25" y="118"/>
                  </a:lnTo>
                  <a:lnTo>
                    <a:pt x="164" y="118"/>
                  </a:lnTo>
                  <a:close/>
                </a:path>
              </a:pathLst>
            </a:custGeom>
            <a:solidFill>
              <a:srgbClr val="3A11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5" name="íSļiḑè"/>
            <p:cNvSpPr/>
            <p:nvPr/>
          </p:nvSpPr>
          <p:spPr bwMode="auto">
            <a:xfrm>
              <a:off x="7874637" y="3679010"/>
              <a:ext cx="207151" cy="19048"/>
            </a:xfrm>
            <a:custGeom>
              <a:avLst/>
              <a:gdLst>
                <a:gd name="T0" fmla="*/ 87 w 87"/>
                <a:gd name="T1" fmla="*/ 0 h 8"/>
                <a:gd name="T2" fmla="*/ 87 w 87"/>
                <a:gd name="T3" fmla="*/ 8 h 8"/>
                <a:gd name="T4" fmla="*/ 2 w 87"/>
                <a:gd name="T5" fmla="*/ 8 h 8"/>
                <a:gd name="T6" fmla="*/ 0 w 87"/>
                <a:gd name="T7" fmla="*/ 0 h 8"/>
                <a:gd name="T8" fmla="*/ 87 w 87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">
                  <a:moveTo>
                    <a:pt x="87" y="0"/>
                  </a:moveTo>
                  <a:lnTo>
                    <a:pt x="87" y="8"/>
                  </a:lnTo>
                  <a:lnTo>
                    <a:pt x="2" y="8"/>
                  </a:lnTo>
                  <a:lnTo>
                    <a:pt x="0" y="0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3A11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6" name="ís1ïḓè"/>
            <p:cNvSpPr/>
            <p:nvPr/>
          </p:nvSpPr>
          <p:spPr bwMode="auto">
            <a:xfrm>
              <a:off x="7650819" y="3536147"/>
              <a:ext cx="50003" cy="54765"/>
            </a:xfrm>
            <a:custGeom>
              <a:avLst/>
              <a:gdLst>
                <a:gd name="T0" fmla="*/ 0 w 10"/>
                <a:gd name="T1" fmla="*/ 6 h 11"/>
                <a:gd name="T2" fmla="*/ 5 w 10"/>
                <a:gd name="T3" fmla="*/ 11 h 11"/>
                <a:gd name="T4" fmla="*/ 9 w 10"/>
                <a:gd name="T5" fmla="*/ 5 h 11"/>
                <a:gd name="T6" fmla="*/ 4 w 10"/>
                <a:gd name="T7" fmla="*/ 0 h 11"/>
                <a:gd name="T8" fmla="*/ 0 w 10"/>
                <a:gd name="T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0" y="6"/>
                  </a:moveTo>
                  <a:cubicBezTo>
                    <a:pt x="0" y="9"/>
                    <a:pt x="3" y="11"/>
                    <a:pt x="5" y="11"/>
                  </a:cubicBezTo>
                  <a:cubicBezTo>
                    <a:pt x="8" y="11"/>
                    <a:pt x="10" y="8"/>
                    <a:pt x="9" y="5"/>
                  </a:cubicBezTo>
                  <a:cubicBezTo>
                    <a:pt x="9" y="2"/>
                    <a:pt x="7" y="0"/>
                    <a:pt x="4" y="0"/>
                  </a:cubicBezTo>
                  <a:cubicBezTo>
                    <a:pt x="1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D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7" name="iṣ1îďé"/>
            <p:cNvSpPr/>
            <p:nvPr/>
          </p:nvSpPr>
          <p:spPr bwMode="auto">
            <a:xfrm>
              <a:off x="7888923" y="3579006"/>
              <a:ext cx="133338" cy="128576"/>
            </a:xfrm>
            <a:custGeom>
              <a:avLst/>
              <a:gdLst>
                <a:gd name="T0" fmla="*/ 23 w 27"/>
                <a:gd name="T1" fmla="*/ 0 h 26"/>
                <a:gd name="T2" fmla="*/ 11 w 27"/>
                <a:gd name="T3" fmla="*/ 5 h 26"/>
                <a:gd name="T4" fmla="*/ 1 w 27"/>
                <a:gd name="T5" fmla="*/ 13 h 26"/>
                <a:gd name="T6" fmla="*/ 2 w 27"/>
                <a:gd name="T7" fmla="*/ 16 h 26"/>
                <a:gd name="T8" fmla="*/ 0 w 27"/>
                <a:gd name="T9" fmla="*/ 23 h 26"/>
                <a:gd name="T10" fmla="*/ 3 w 27"/>
                <a:gd name="T11" fmla="*/ 23 h 26"/>
                <a:gd name="T12" fmla="*/ 7 w 27"/>
                <a:gd name="T13" fmla="*/ 18 h 26"/>
                <a:gd name="T14" fmla="*/ 5 w 27"/>
                <a:gd name="T15" fmla="*/ 24 h 26"/>
                <a:gd name="T16" fmla="*/ 8 w 27"/>
                <a:gd name="T17" fmla="*/ 26 h 26"/>
                <a:gd name="T18" fmla="*/ 12 w 27"/>
                <a:gd name="T19" fmla="*/ 19 h 26"/>
                <a:gd name="T20" fmla="*/ 11 w 27"/>
                <a:gd name="T21" fmla="*/ 23 h 26"/>
                <a:gd name="T22" fmla="*/ 15 w 27"/>
                <a:gd name="T23" fmla="*/ 22 h 26"/>
                <a:gd name="T24" fmla="*/ 19 w 27"/>
                <a:gd name="T25" fmla="*/ 17 h 26"/>
                <a:gd name="T26" fmla="*/ 27 w 27"/>
                <a:gd name="T27" fmla="*/ 9 h 26"/>
                <a:gd name="T28" fmla="*/ 23 w 27"/>
                <a:gd name="T2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" h="26">
                  <a:moveTo>
                    <a:pt x="23" y="0"/>
                  </a:moveTo>
                  <a:cubicBezTo>
                    <a:pt x="23" y="0"/>
                    <a:pt x="14" y="4"/>
                    <a:pt x="11" y="5"/>
                  </a:cubicBezTo>
                  <a:cubicBezTo>
                    <a:pt x="9" y="6"/>
                    <a:pt x="2" y="12"/>
                    <a:pt x="1" y="13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2" y="16"/>
                    <a:pt x="0" y="21"/>
                    <a:pt x="0" y="23"/>
                  </a:cubicBezTo>
                  <a:cubicBezTo>
                    <a:pt x="1" y="24"/>
                    <a:pt x="2" y="24"/>
                    <a:pt x="3" y="23"/>
                  </a:cubicBezTo>
                  <a:cubicBezTo>
                    <a:pt x="4" y="23"/>
                    <a:pt x="6" y="19"/>
                    <a:pt x="7" y="18"/>
                  </a:cubicBezTo>
                  <a:cubicBezTo>
                    <a:pt x="7" y="18"/>
                    <a:pt x="5" y="22"/>
                    <a:pt x="5" y="24"/>
                  </a:cubicBezTo>
                  <a:cubicBezTo>
                    <a:pt x="5" y="25"/>
                    <a:pt x="7" y="26"/>
                    <a:pt x="8" y="26"/>
                  </a:cubicBezTo>
                  <a:cubicBezTo>
                    <a:pt x="9" y="26"/>
                    <a:pt x="11" y="20"/>
                    <a:pt x="12" y="19"/>
                  </a:cubicBezTo>
                  <a:cubicBezTo>
                    <a:pt x="12" y="19"/>
                    <a:pt x="10" y="22"/>
                    <a:pt x="11" y="23"/>
                  </a:cubicBezTo>
                  <a:cubicBezTo>
                    <a:pt x="13" y="23"/>
                    <a:pt x="14" y="24"/>
                    <a:pt x="15" y="22"/>
                  </a:cubicBezTo>
                  <a:cubicBezTo>
                    <a:pt x="17" y="20"/>
                    <a:pt x="17" y="18"/>
                    <a:pt x="19" y="17"/>
                  </a:cubicBezTo>
                  <a:cubicBezTo>
                    <a:pt x="21" y="16"/>
                    <a:pt x="25" y="13"/>
                    <a:pt x="27" y="9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D88F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8" name="îṥ1idè"/>
            <p:cNvSpPr/>
            <p:nvPr/>
          </p:nvSpPr>
          <p:spPr bwMode="auto">
            <a:xfrm>
              <a:off x="7898447" y="3629009"/>
              <a:ext cx="21430" cy="30954"/>
            </a:xfrm>
            <a:custGeom>
              <a:avLst/>
              <a:gdLst>
                <a:gd name="T0" fmla="*/ 0 w 4"/>
                <a:gd name="T1" fmla="*/ 6 h 6"/>
                <a:gd name="T2" fmla="*/ 2 w 4"/>
                <a:gd name="T3" fmla="*/ 3 h 6"/>
                <a:gd name="T4" fmla="*/ 4 w 4"/>
                <a:gd name="T5" fmla="*/ 0 h 6"/>
                <a:gd name="T6" fmla="*/ 3 w 4"/>
                <a:gd name="T7" fmla="*/ 3 h 6"/>
                <a:gd name="T8" fmla="*/ 0 w 4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cubicBezTo>
                    <a:pt x="0" y="5"/>
                    <a:pt x="1" y="4"/>
                    <a:pt x="2" y="3"/>
                  </a:cubicBezTo>
                  <a:cubicBezTo>
                    <a:pt x="2" y="2"/>
                    <a:pt x="3" y="1"/>
                    <a:pt x="4" y="0"/>
                  </a:cubicBezTo>
                  <a:cubicBezTo>
                    <a:pt x="4" y="1"/>
                    <a:pt x="3" y="2"/>
                    <a:pt x="3" y="3"/>
                  </a:cubicBezTo>
                  <a:cubicBezTo>
                    <a:pt x="2" y="5"/>
                    <a:pt x="1" y="6"/>
                    <a:pt x="0" y="6"/>
                  </a:cubicBezTo>
                  <a:close/>
                </a:path>
              </a:pathLst>
            </a:custGeom>
            <a:solidFill>
              <a:srgbClr val="A567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9" name="íśľîḋê"/>
            <p:cNvSpPr/>
            <p:nvPr/>
          </p:nvSpPr>
          <p:spPr bwMode="auto">
            <a:xfrm>
              <a:off x="7924638" y="3633771"/>
              <a:ext cx="14286" cy="35716"/>
            </a:xfrm>
            <a:custGeom>
              <a:avLst/>
              <a:gdLst>
                <a:gd name="T0" fmla="*/ 0 w 3"/>
                <a:gd name="T1" fmla="*/ 7 h 7"/>
                <a:gd name="T2" fmla="*/ 1 w 3"/>
                <a:gd name="T3" fmla="*/ 3 h 7"/>
                <a:gd name="T4" fmla="*/ 3 w 3"/>
                <a:gd name="T5" fmla="*/ 0 h 7"/>
                <a:gd name="T6" fmla="*/ 2 w 3"/>
                <a:gd name="T7" fmla="*/ 4 h 7"/>
                <a:gd name="T8" fmla="*/ 0 w 3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0" y="7"/>
                  </a:moveTo>
                  <a:cubicBezTo>
                    <a:pt x="0" y="5"/>
                    <a:pt x="1" y="4"/>
                    <a:pt x="1" y="3"/>
                  </a:cubicBezTo>
                  <a:cubicBezTo>
                    <a:pt x="2" y="2"/>
                    <a:pt x="2" y="1"/>
                    <a:pt x="3" y="0"/>
                  </a:cubicBezTo>
                  <a:cubicBezTo>
                    <a:pt x="3" y="2"/>
                    <a:pt x="3" y="3"/>
                    <a:pt x="2" y="4"/>
                  </a:cubicBezTo>
                  <a:cubicBezTo>
                    <a:pt x="2" y="5"/>
                    <a:pt x="1" y="6"/>
                    <a:pt x="0" y="7"/>
                  </a:cubicBezTo>
                  <a:close/>
                </a:path>
              </a:pathLst>
            </a:custGeom>
            <a:solidFill>
              <a:srgbClr val="A567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0" name="isľïḑè"/>
            <p:cNvSpPr/>
            <p:nvPr/>
          </p:nvSpPr>
          <p:spPr bwMode="auto">
            <a:xfrm>
              <a:off x="7948448" y="3655199"/>
              <a:ext cx="9524" cy="19048"/>
            </a:xfrm>
            <a:custGeom>
              <a:avLst/>
              <a:gdLst>
                <a:gd name="T0" fmla="*/ 0 w 2"/>
                <a:gd name="T1" fmla="*/ 4 h 4"/>
                <a:gd name="T2" fmla="*/ 0 w 2"/>
                <a:gd name="T3" fmla="*/ 2 h 4"/>
                <a:gd name="T4" fmla="*/ 2 w 2"/>
                <a:gd name="T5" fmla="*/ 0 h 4"/>
                <a:gd name="T6" fmla="*/ 1 w 2"/>
                <a:gd name="T7" fmla="*/ 2 h 4"/>
                <a:gd name="T8" fmla="*/ 0 w 2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0" y="4"/>
                  </a:moveTo>
                  <a:cubicBezTo>
                    <a:pt x="0" y="3"/>
                    <a:pt x="0" y="2"/>
                    <a:pt x="0" y="2"/>
                  </a:cubicBezTo>
                  <a:cubicBezTo>
                    <a:pt x="1" y="1"/>
                    <a:pt x="1" y="0"/>
                    <a:pt x="2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3"/>
                    <a:pt x="0" y="3"/>
                    <a:pt x="0" y="4"/>
                  </a:cubicBezTo>
                  <a:close/>
                </a:path>
              </a:pathLst>
            </a:custGeom>
            <a:solidFill>
              <a:srgbClr val="A567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1" name="iṩḻíḓè"/>
            <p:cNvSpPr/>
            <p:nvPr/>
          </p:nvSpPr>
          <p:spPr bwMode="auto">
            <a:xfrm>
              <a:off x="8038928" y="3145657"/>
              <a:ext cx="97623" cy="364300"/>
            </a:xfrm>
            <a:custGeom>
              <a:avLst/>
              <a:gdLst>
                <a:gd name="T0" fmla="*/ 14 w 20"/>
                <a:gd name="T1" fmla="*/ 0 h 74"/>
                <a:gd name="T2" fmla="*/ 12 w 20"/>
                <a:gd name="T3" fmla="*/ 48 h 74"/>
                <a:gd name="T4" fmla="*/ 0 w 20"/>
                <a:gd name="T5" fmla="*/ 74 h 74"/>
                <a:gd name="T6" fmla="*/ 19 w 20"/>
                <a:gd name="T7" fmla="*/ 53 h 74"/>
                <a:gd name="T8" fmla="*/ 14 w 20"/>
                <a:gd name="T9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74">
                  <a:moveTo>
                    <a:pt x="14" y="0"/>
                  </a:moveTo>
                  <a:cubicBezTo>
                    <a:pt x="14" y="0"/>
                    <a:pt x="13" y="39"/>
                    <a:pt x="12" y="48"/>
                  </a:cubicBezTo>
                  <a:cubicBezTo>
                    <a:pt x="11" y="57"/>
                    <a:pt x="0" y="74"/>
                    <a:pt x="0" y="74"/>
                  </a:cubicBezTo>
                  <a:cubicBezTo>
                    <a:pt x="0" y="74"/>
                    <a:pt x="17" y="62"/>
                    <a:pt x="19" y="53"/>
                  </a:cubicBezTo>
                  <a:cubicBezTo>
                    <a:pt x="20" y="44"/>
                    <a:pt x="15" y="4"/>
                    <a:pt x="14" y="0"/>
                  </a:cubicBezTo>
                  <a:close/>
                </a:path>
              </a:pathLst>
            </a:custGeom>
            <a:solidFill>
              <a:srgbClr val="CE3A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2" name="ïṧļiḓe"/>
            <p:cNvSpPr/>
            <p:nvPr/>
          </p:nvSpPr>
          <p:spPr bwMode="auto">
            <a:xfrm>
              <a:off x="8122265" y="3183753"/>
              <a:ext cx="95242" cy="357156"/>
            </a:xfrm>
            <a:custGeom>
              <a:avLst/>
              <a:gdLst>
                <a:gd name="T0" fmla="*/ 16 w 19"/>
                <a:gd name="T1" fmla="*/ 0 h 72"/>
                <a:gd name="T2" fmla="*/ 19 w 19"/>
                <a:gd name="T3" fmla="*/ 51 h 72"/>
                <a:gd name="T4" fmla="*/ 0 w 19"/>
                <a:gd name="T5" fmla="*/ 72 h 72"/>
                <a:gd name="T6" fmla="*/ 10 w 19"/>
                <a:gd name="T7" fmla="*/ 41 h 72"/>
                <a:gd name="T8" fmla="*/ 16 w 19"/>
                <a:gd name="T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72">
                  <a:moveTo>
                    <a:pt x="16" y="0"/>
                  </a:moveTo>
                  <a:cubicBezTo>
                    <a:pt x="16" y="0"/>
                    <a:pt x="19" y="46"/>
                    <a:pt x="19" y="51"/>
                  </a:cubicBezTo>
                  <a:cubicBezTo>
                    <a:pt x="18" y="59"/>
                    <a:pt x="4" y="68"/>
                    <a:pt x="0" y="72"/>
                  </a:cubicBezTo>
                  <a:cubicBezTo>
                    <a:pt x="0" y="72"/>
                    <a:pt x="7" y="53"/>
                    <a:pt x="10" y="41"/>
                  </a:cubicBezTo>
                  <a:cubicBezTo>
                    <a:pt x="14" y="30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CE3A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3" name="iṩlíḋé"/>
            <p:cNvSpPr/>
            <p:nvPr/>
          </p:nvSpPr>
          <p:spPr bwMode="auto">
            <a:xfrm>
              <a:off x="7974641" y="3069463"/>
              <a:ext cx="242866" cy="564307"/>
            </a:xfrm>
            <a:custGeom>
              <a:avLst/>
              <a:gdLst>
                <a:gd name="T0" fmla="*/ 30 w 49"/>
                <a:gd name="T1" fmla="*/ 4 h 114"/>
                <a:gd name="T2" fmla="*/ 43 w 49"/>
                <a:gd name="T3" fmla="*/ 8 h 114"/>
                <a:gd name="T4" fmla="*/ 48 w 49"/>
                <a:gd name="T5" fmla="*/ 75 h 114"/>
                <a:gd name="T6" fmla="*/ 11 w 49"/>
                <a:gd name="T7" fmla="*/ 114 h 114"/>
                <a:gd name="T8" fmla="*/ 2 w 49"/>
                <a:gd name="T9" fmla="*/ 104 h 114"/>
                <a:gd name="T10" fmla="*/ 29 w 49"/>
                <a:gd name="T11" fmla="*/ 68 h 114"/>
                <a:gd name="T12" fmla="*/ 25 w 49"/>
                <a:gd name="T13" fmla="*/ 39 h 114"/>
                <a:gd name="T14" fmla="*/ 30 w 49"/>
                <a:gd name="T15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114">
                  <a:moveTo>
                    <a:pt x="30" y="4"/>
                  </a:moveTo>
                  <a:cubicBezTo>
                    <a:pt x="30" y="4"/>
                    <a:pt x="39" y="0"/>
                    <a:pt x="43" y="8"/>
                  </a:cubicBezTo>
                  <a:cubicBezTo>
                    <a:pt x="47" y="15"/>
                    <a:pt x="49" y="71"/>
                    <a:pt x="48" y="75"/>
                  </a:cubicBezTo>
                  <a:cubicBezTo>
                    <a:pt x="46" y="79"/>
                    <a:pt x="11" y="114"/>
                    <a:pt x="11" y="114"/>
                  </a:cubicBezTo>
                  <a:cubicBezTo>
                    <a:pt x="11" y="114"/>
                    <a:pt x="0" y="111"/>
                    <a:pt x="2" y="104"/>
                  </a:cubicBezTo>
                  <a:cubicBezTo>
                    <a:pt x="2" y="104"/>
                    <a:pt x="23" y="73"/>
                    <a:pt x="29" y="68"/>
                  </a:cubicBezTo>
                  <a:cubicBezTo>
                    <a:pt x="29" y="68"/>
                    <a:pt x="26" y="48"/>
                    <a:pt x="25" y="39"/>
                  </a:cubicBezTo>
                  <a:cubicBezTo>
                    <a:pt x="24" y="29"/>
                    <a:pt x="25" y="10"/>
                    <a:pt x="30" y="4"/>
                  </a:cubicBezTo>
                  <a:close/>
                </a:path>
              </a:pathLst>
            </a:custGeom>
            <a:solidFill>
              <a:srgbClr val="FF3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4" name="íśḻiḓè"/>
            <p:cNvSpPr/>
            <p:nvPr/>
          </p:nvSpPr>
          <p:spPr bwMode="auto">
            <a:xfrm>
              <a:off x="6884124" y="3202802"/>
              <a:ext cx="197627" cy="323821"/>
            </a:xfrm>
            <a:custGeom>
              <a:avLst/>
              <a:gdLst>
                <a:gd name="T0" fmla="*/ 14 w 40"/>
                <a:gd name="T1" fmla="*/ 0 h 65"/>
                <a:gd name="T2" fmla="*/ 5 w 40"/>
                <a:gd name="T3" fmla="*/ 27 h 65"/>
                <a:gd name="T4" fmla="*/ 21 w 40"/>
                <a:gd name="T5" fmla="*/ 65 h 65"/>
                <a:gd name="T6" fmla="*/ 21 w 40"/>
                <a:gd name="T7" fmla="*/ 49 h 65"/>
                <a:gd name="T8" fmla="*/ 38 w 40"/>
                <a:gd name="T9" fmla="*/ 41 h 65"/>
                <a:gd name="T10" fmla="*/ 30 w 40"/>
                <a:gd name="T11" fmla="*/ 32 h 65"/>
                <a:gd name="T12" fmla="*/ 25 w 40"/>
                <a:gd name="T13" fmla="*/ 30 h 65"/>
                <a:gd name="T14" fmla="*/ 27 w 40"/>
                <a:gd name="T15" fmla="*/ 22 h 65"/>
                <a:gd name="T16" fmla="*/ 14 w 40"/>
                <a:gd name="T17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65">
                  <a:moveTo>
                    <a:pt x="14" y="0"/>
                  </a:moveTo>
                  <a:cubicBezTo>
                    <a:pt x="14" y="0"/>
                    <a:pt x="11" y="17"/>
                    <a:pt x="5" y="27"/>
                  </a:cubicBezTo>
                  <a:cubicBezTo>
                    <a:pt x="0" y="38"/>
                    <a:pt x="2" y="58"/>
                    <a:pt x="21" y="65"/>
                  </a:cubicBezTo>
                  <a:cubicBezTo>
                    <a:pt x="21" y="65"/>
                    <a:pt x="20" y="58"/>
                    <a:pt x="21" y="49"/>
                  </a:cubicBezTo>
                  <a:cubicBezTo>
                    <a:pt x="21" y="49"/>
                    <a:pt x="35" y="51"/>
                    <a:pt x="38" y="41"/>
                  </a:cubicBezTo>
                  <a:cubicBezTo>
                    <a:pt x="40" y="31"/>
                    <a:pt x="34" y="25"/>
                    <a:pt x="30" y="32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2"/>
                    <a:pt x="18" y="17"/>
                    <a:pt x="14" y="0"/>
                  </a:cubicBezTo>
                  <a:close/>
                </a:path>
              </a:pathLst>
            </a:custGeom>
            <a:solidFill>
              <a:srgbClr val="F7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5" name="išḻiḑé"/>
            <p:cNvSpPr/>
            <p:nvPr/>
          </p:nvSpPr>
          <p:spPr bwMode="auto">
            <a:xfrm>
              <a:off x="6412678" y="2940887"/>
              <a:ext cx="142862" cy="233342"/>
            </a:xfrm>
            <a:custGeom>
              <a:avLst/>
              <a:gdLst>
                <a:gd name="T0" fmla="*/ 27 w 29"/>
                <a:gd name="T1" fmla="*/ 42 h 47"/>
                <a:gd name="T2" fmla="*/ 28 w 29"/>
                <a:gd name="T3" fmla="*/ 35 h 47"/>
                <a:gd name="T4" fmla="*/ 22 w 29"/>
                <a:gd name="T5" fmla="*/ 2 h 47"/>
                <a:gd name="T6" fmla="*/ 16 w 29"/>
                <a:gd name="T7" fmla="*/ 4 h 47"/>
                <a:gd name="T8" fmla="*/ 18 w 29"/>
                <a:gd name="T9" fmla="*/ 18 h 47"/>
                <a:gd name="T10" fmla="*/ 9 w 29"/>
                <a:gd name="T11" fmla="*/ 16 h 47"/>
                <a:gd name="T12" fmla="*/ 1 w 29"/>
                <a:gd name="T13" fmla="*/ 24 h 47"/>
                <a:gd name="T14" fmla="*/ 3 w 29"/>
                <a:gd name="T15" fmla="*/ 30 h 47"/>
                <a:gd name="T16" fmla="*/ 4 w 29"/>
                <a:gd name="T17" fmla="*/ 38 h 47"/>
                <a:gd name="T18" fmla="*/ 13 w 29"/>
                <a:gd name="T19" fmla="*/ 47 h 47"/>
                <a:gd name="T20" fmla="*/ 27 w 29"/>
                <a:gd name="T21" fmla="*/ 4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" h="47">
                  <a:moveTo>
                    <a:pt x="27" y="42"/>
                  </a:moveTo>
                  <a:cubicBezTo>
                    <a:pt x="27" y="42"/>
                    <a:pt x="29" y="38"/>
                    <a:pt x="28" y="35"/>
                  </a:cubicBezTo>
                  <a:cubicBezTo>
                    <a:pt x="27" y="33"/>
                    <a:pt x="23" y="5"/>
                    <a:pt x="22" y="2"/>
                  </a:cubicBezTo>
                  <a:cubicBezTo>
                    <a:pt x="20" y="0"/>
                    <a:pt x="16" y="2"/>
                    <a:pt x="16" y="4"/>
                  </a:cubicBezTo>
                  <a:cubicBezTo>
                    <a:pt x="16" y="7"/>
                    <a:pt x="18" y="18"/>
                    <a:pt x="18" y="18"/>
                  </a:cubicBezTo>
                  <a:cubicBezTo>
                    <a:pt x="18" y="18"/>
                    <a:pt x="11" y="16"/>
                    <a:pt x="9" y="16"/>
                  </a:cubicBezTo>
                  <a:cubicBezTo>
                    <a:pt x="6" y="16"/>
                    <a:pt x="2" y="22"/>
                    <a:pt x="1" y="24"/>
                  </a:cubicBezTo>
                  <a:cubicBezTo>
                    <a:pt x="0" y="26"/>
                    <a:pt x="0" y="29"/>
                    <a:pt x="3" y="30"/>
                  </a:cubicBezTo>
                  <a:cubicBezTo>
                    <a:pt x="3" y="30"/>
                    <a:pt x="3" y="35"/>
                    <a:pt x="4" y="38"/>
                  </a:cubicBezTo>
                  <a:cubicBezTo>
                    <a:pt x="5" y="41"/>
                    <a:pt x="13" y="47"/>
                    <a:pt x="13" y="47"/>
                  </a:cubicBezTo>
                  <a:cubicBezTo>
                    <a:pt x="13" y="47"/>
                    <a:pt x="24" y="40"/>
                    <a:pt x="27" y="42"/>
                  </a:cubicBezTo>
                  <a:close/>
                </a:path>
              </a:pathLst>
            </a:custGeom>
            <a:solidFill>
              <a:srgbClr val="F7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6" name="ï$1îḍè"/>
            <p:cNvSpPr/>
            <p:nvPr/>
          </p:nvSpPr>
          <p:spPr bwMode="auto">
            <a:xfrm>
              <a:off x="6426965" y="3074226"/>
              <a:ext cx="16668" cy="16668"/>
            </a:xfrm>
            <a:custGeom>
              <a:avLst/>
              <a:gdLst>
                <a:gd name="T0" fmla="*/ 0 w 3"/>
                <a:gd name="T1" fmla="*/ 3 h 3"/>
                <a:gd name="T2" fmla="*/ 2 w 3"/>
                <a:gd name="T3" fmla="*/ 2 h 3"/>
                <a:gd name="T4" fmla="*/ 3 w 3"/>
                <a:gd name="T5" fmla="*/ 0 h 3"/>
                <a:gd name="T6" fmla="*/ 1 w 3"/>
                <a:gd name="T7" fmla="*/ 1 h 3"/>
                <a:gd name="T8" fmla="*/ 0 w 3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1" y="3"/>
                    <a:pt x="2" y="3"/>
                    <a:pt x="2" y="2"/>
                  </a:cubicBezTo>
                  <a:cubicBezTo>
                    <a:pt x="2" y="2"/>
                    <a:pt x="3" y="1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1"/>
                    <a:pt x="0" y="2"/>
                    <a:pt x="0" y="3"/>
                  </a:cubicBezTo>
                  <a:close/>
                </a:path>
              </a:pathLst>
            </a:custGeom>
            <a:solidFill>
              <a:srgbClr val="E29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7" name="ï$ḻîḍè"/>
            <p:cNvSpPr/>
            <p:nvPr/>
          </p:nvSpPr>
          <p:spPr bwMode="auto">
            <a:xfrm>
              <a:off x="6988890" y="3526623"/>
              <a:ext cx="33335" cy="64289"/>
            </a:xfrm>
            <a:custGeom>
              <a:avLst/>
              <a:gdLst>
                <a:gd name="T0" fmla="*/ 7 w 7"/>
                <a:gd name="T1" fmla="*/ 13 h 13"/>
                <a:gd name="T2" fmla="*/ 0 w 7"/>
                <a:gd name="T3" fmla="*/ 13 h 13"/>
                <a:gd name="T4" fmla="*/ 0 w 7"/>
                <a:gd name="T5" fmla="*/ 0 h 13"/>
                <a:gd name="T6" fmla="*/ 7 w 7"/>
                <a:gd name="T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3">
                  <a:moveTo>
                    <a:pt x="7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5"/>
                    <a:pt x="4" y="10"/>
                    <a:pt x="7" y="13"/>
                  </a:cubicBezTo>
                  <a:close/>
                </a:path>
              </a:pathLst>
            </a:custGeom>
            <a:solidFill>
              <a:srgbClr val="F7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8" name="î$ļiḍê"/>
            <p:cNvSpPr/>
            <p:nvPr/>
          </p:nvSpPr>
          <p:spPr bwMode="auto">
            <a:xfrm>
              <a:off x="6829360" y="3555196"/>
              <a:ext cx="416683" cy="850032"/>
            </a:xfrm>
            <a:custGeom>
              <a:avLst/>
              <a:gdLst>
                <a:gd name="T0" fmla="*/ 84 w 84"/>
                <a:gd name="T1" fmla="*/ 161 h 172"/>
                <a:gd name="T2" fmla="*/ 79 w 84"/>
                <a:gd name="T3" fmla="*/ 121 h 172"/>
                <a:gd name="T4" fmla="*/ 79 w 84"/>
                <a:gd name="T5" fmla="*/ 57 h 172"/>
                <a:gd name="T6" fmla="*/ 62 w 84"/>
                <a:gd name="T7" fmla="*/ 7 h 172"/>
                <a:gd name="T8" fmla="*/ 21 w 84"/>
                <a:gd name="T9" fmla="*/ 7 h 172"/>
                <a:gd name="T10" fmla="*/ 29 w 84"/>
                <a:gd name="T11" fmla="*/ 33 h 172"/>
                <a:gd name="T12" fmla="*/ 7 w 84"/>
                <a:gd name="T13" fmla="*/ 47 h 172"/>
                <a:gd name="T14" fmla="*/ 3 w 84"/>
                <a:gd name="T15" fmla="*/ 101 h 172"/>
                <a:gd name="T16" fmla="*/ 0 w 84"/>
                <a:gd name="T17" fmla="*/ 161 h 172"/>
                <a:gd name="T18" fmla="*/ 42 w 84"/>
                <a:gd name="T19" fmla="*/ 171 h 172"/>
                <a:gd name="T20" fmla="*/ 84 w 84"/>
                <a:gd name="T21" fmla="*/ 161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" h="172">
                  <a:moveTo>
                    <a:pt x="84" y="161"/>
                  </a:moveTo>
                  <a:cubicBezTo>
                    <a:pt x="84" y="161"/>
                    <a:pt x="79" y="136"/>
                    <a:pt x="79" y="121"/>
                  </a:cubicBezTo>
                  <a:cubicBezTo>
                    <a:pt x="79" y="107"/>
                    <a:pt x="79" y="73"/>
                    <a:pt x="79" y="57"/>
                  </a:cubicBezTo>
                  <a:cubicBezTo>
                    <a:pt x="78" y="40"/>
                    <a:pt x="80" y="15"/>
                    <a:pt x="62" y="7"/>
                  </a:cubicBezTo>
                  <a:cubicBezTo>
                    <a:pt x="45" y="0"/>
                    <a:pt x="21" y="7"/>
                    <a:pt x="21" y="7"/>
                  </a:cubicBezTo>
                  <a:cubicBezTo>
                    <a:pt x="21" y="7"/>
                    <a:pt x="33" y="20"/>
                    <a:pt x="29" y="33"/>
                  </a:cubicBezTo>
                  <a:cubicBezTo>
                    <a:pt x="25" y="46"/>
                    <a:pt x="13" y="51"/>
                    <a:pt x="7" y="47"/>
                  </a:cubicBezTo>
                  <a:cubicBezTo>
                    <a:pt x="7" y="47"/>
                    <a:pt x="3" y="87"/>
                    <a:pt x="3" y="101"/>
                  </a:cubicBezTo>
                  <a:cubicBezTo>
                    <a:pt x="3" y="116"/>
                    <a:pt x="0" y="161"/>
                    <a:pt x="0" y="161"/>
                  </a:cubicBezTo>
                  <a:cubicBezTo>
                    <a:pt x="0" y="161"/>
                    <a:pt x="19" y="171"/>
                    <a:pt x="42" y="171"/>
                  </a:cubicBezTo>
                  <a:cubicBezTo>
                    <a:pt x="66" y="172"/>
                    <a:pt x="84" y="161"/>
                    <a:pt x="84" y="161"/>
                  </a:cubicBezTo>
                  <a:close/>
                </a:path>
              </a:pathLst>
            </a:custGeom>
            <a:solidFill>
              <a:srgbClr val="4E29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9" name="îṧḻïḍè"/>
            <p:cNvSpPr/>
            <p:nvPr/>
          </p:nvSpPr>
          <p:spPr bwMode="auto">
            <a:xfrm>
              <a:off x="7155563" y="3600436"/>
              <a:ext cx="242866" cy="671453"/>
            </a:xfrm>
            <a:custGeom>
              <a:avLst/>
              <a:gdLst>
                <a:gd name="T0" fmla="*/ 15 w 49"/>
                <a:gd name="T1" fmla="*/ 135 h 136"/>
                <a:gd name="T2" fmla="*/ 13 w 49"/>
                <a:gd name="T3" fmla="*/ 112 h 136"/>
                <a:gd name="T4" fmla="*/ 13 w 49"/>
                <a:gd name="T5" fmla="*/ 48 h 136"/>
                <a:gd name="T6" fmla="*/ 0 w 49"/>
                <a:gd name="T7" fmla="*/ 0 h 136"/>
                <a:gd name="T8" fmla="*/ 11 w 49"/>
                <a:gd name="T9" fmla="*/ 9 h 136"/>
                <a:gd name="T10" fmla="*/ 47 w 49"/>
                <a:gd name="T11" fmla="*/ 79 h 136"/>
                <a:gd name="T12" fmla="*/ 16 w 49"/>
                <a:gd name="T13" fmla="*/ 136 h 136"/>
                <a:gd name="T14" fmla="*/ 15 w 49"/>
                <a:gd name="T15" fmla="*/ 13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136">
                  <a:moveTo>
                    <a:pt x="15" y="135"/>
                  </a:moveTo>
                  <a:cubicBezTo>
                    <a:pt x="14" y="127"/>
                    <a:pt x="13" y="119"/>
                    <a:pt x="13" y="112"/>
                  </a:cubicBezTo>
                  <a:cubicBezTo>
                    <a:pt x="13" y="98"/>
                    <a:pt x="13" y="64"/>
                    <a:pt x="13" y="48"/>
                  </a:cubicBezTo>
                  <a:cubicBezTo>
                    <a:pt x="12" y="32"/>
                    <a:pt x="14" y="9"/>
                    <a:pt x="0" y="0"/>
                  </a:cubicBezTo>
                  <a:cubicBezTo>
                    <a:pt x="3" y="2"/>
                    <a:pt x="8" y="5"/>
                    <a:pt x="11" y="9"/>
                  </a:cubicBezTo>
                  <a:cubicBezTo>
                    <a:pt x="16" y="14"/>
                    <a:pt x="44" y="71"/>
                    <a:pt x="47" y="79"/>
                  </a:cubicBezTo>
                  <a:cubicBezTo>
                    <a:pt x="49" y="88"/>
                    <a:pt x="16" y="136"/>
                    <a:pt x="16" y="136"/>
                  </a:cubicBezTo>
                  <a:lnTo>
                    <a:pt x="15" y="135"/>
                  </a:lnTo>
                  <a:close/>
                </a:path>
              </a:pathLst>
            </a:custGeom>
            <a:solidFill>
              <a:srgbClr val="3A22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0" name="íşḷîḍê"/>
            <p:cNvSpPr/>
            <p:nvPr/>
          </p:nvSpPr>
          <p:spPr bwMode="auto">
            <a:xfrm>
              <a:off x="7136514" y="3590912"/>
              <a:ext cx="4762" cy="4762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1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3A22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1" name="îṣliḍè"/>
            <p:cNvSpPr/>
            <p:nvPr/>
          </p:nvSpPr>
          <p:spPr bwMode="auto">
            <a:xfrm>
              <a:off x="6467441" y="3145657"/>
              <a:ext cx="526211" cy="661929"/>
            </a:xfrm>
            <a:custGeom>
              <a:avLst/>
              <a:gdLst>
                <a:gd name="T0" fmla="*/ 19 w 106"/>
                <a:gd name="T1" fmla="*/ 1 h 134"/>
                <a:gd name="T2" fmla="*/ 33 w 106"/>
                <a:gd name="T3" fmla="*/ 43 h 134"/>
                <a:gd name="T4" fmla="*/ 47 w 106"/>
                <a:gd name="T5" fmla="*/ 79 h 134"/>
                <a:gd name="T6" fmla="*/ 94 w 106"/>
                <a:gd name="T7" fmla="*/ 90 h 134"/>
                <a:gd name="T8" fmla="*/ 102 w 106"/>
                <a:gd name="T9" fmla="*/ 116 h 134"/>
                <a:gd name="T10" fmla="*/ 80 w 106"/>
                <a:gd name="T11" fmla="*/ 130 h 134"/>
                <a:gd name="T12" fmla="*/ 21 w 106"/>
                <a:gd name="T13" fmla="*/ 92 h 134"/>
                <a:gd name="T14" fmla="*/ 0 w 106"/>
                <a:gd name="T15" fmla="*/ 8 h 134"/>
                <a:gd name="T16" fmla="*/ 19 w 106"/>
                <a:gd name="T17" fmla="*/ 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34">
                  <a:moveTo>
                    <a:pt x="19" y="1"/>
                  </a:moveTo>
                  <a:cubicBezTo>
                    <a:pt x="19" y="1"/>
                    <a:pt x="23" y="17"/>
                    <a:pt x="33" y="43"/>
                  </a:cubicBezTo>
                  <a:cubicBezTo>
                    <a:pt x="43" y="69"/>
                    <a:pt x="41" y="76"/>
                    <a:pt x="47" y="79"/>
                  </a:cubicBezTo>
                  <a:cubicBezTo>
                    <a:pt x="53" y="82"/>
                    <a:pt x="94" y="90"/>
                    <a:pt x="94" y="90"/>
                  </a:cubicBezTo>
                  <a:cubicBezTo>
                    <a:pt x="94" y="90"/>
                    <a:pt x="106" y="103"/>
                    <a:pt x="102" y="116"/>
                  </a:cubicBezTo>
                  <a:cubicBezTo>
                    <a:pt x="98" y="129"/>
                    <a:pt x="86" y="134"/>
                    <a:pt x="80" y="130"/>
                  </a:cubicBezTo>
                  <a:cubicBezTo>
                    <a:pt x="80" y="130"/>
                    <a:pt x="27" y="100"/>
                    <a:pt x="21" y="92"/>
                  </a:cubicBezTo>
                  <a:cubicBezTo>
                    <a:pt x="15" y="85"/>
                    <a:pt x="0" y="8"/>
                    <a:pt x="0" y="8"/>
                  </a:cubicBezTo>
                  <a:cubicBezTo>
                    <a:pt x="7" y="0"/>
                    <a:pt x="19" y="1"/>
                    <a:pt x="19" y="1"/>
                  </a:cubicBezTo>
                  <a:close/>
                </a:path>
              </a:pathLst>
            </a:custGeom>
            <a:solidFill>
              <a:srgbClr val="4E29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2" name="iṩ1ïḑê"/>
            <p:cNvSpPr/>
            <p:nvPr/>
          </p:nvSpPr>
          <p:spPr bwMode="auto">
            <a:xfrm>
              <a:off x="7057939" y="4024261"/>
              <a:ext cx="97623" cy="164292"/>
            </a:xfrm>
            <a:custGeom>
              <a:avLst/>
              <a:gdLst>
                <a:gd name="T0" fmla="*/ 20 w 20"/>
                <a:gd name="T1" fmla="*/ 33 h 33"/>
                <a:gd name="T2" fmla="*/ 15 w 20"/>
                <a:gd name="T3" fmla="*/ 25 h 33"/>
                <a:gd name="T4" fmla="*/ 10 w 20"/>
                <a:gd name="T5" fmla="*/ 17 h 33"/>
                <a:gd name="T6" fmla="*/ 5 w 20"/>
                <a:gd name="T7" fmla="*/ 9 h 33"/>
                <a:gd name="T8" fmla="*/ 0 w 20"/>
                <a:gd name="T9" fmla="*/ 0 h 33"/>
                <a:gd name="T10" fmla="*/ 4 w 20"/>
                <a:gd name="T11" fmla="*/ 9 h 33"/>
                <a:gd name="T12" fmla="*/ 8 w 20"/>
                <a:gd name="T13" fmla="*/ 18 h 33"/>
                <a:gd name="T14" fmla="*/ 20 w 20"/>
                <a:gd name="T1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33">
                  <a:moveTo>
                    <a:pt x="20" y="33"/>
                  </a:moveTo>
                  <a:cubicBezTo>
                    <a:pt x="18" y="31"/>
                    <a:pt x="16" y="28"/>
                    <a:pt x="15" y="25"/>
                  </a:cubicBezTo>
                  <a:cubicBezTo>
                    <a:pt x="13" y="23"/>
                    <a:pt x="11" y="20"/>
                    <a:pt x="10" y="17"/>
                  </a:cubicBezTo>
                  <a:cubicBezTo>
                    <a:pt x="8" y="14"/>
                    <a:pt x="7" y="12"/>
                    <a:pt x="5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2" y="6"/>
                    <a:pt x="4" y="9"/>
                  </a:cubicBezTo>
                  <a:cubicBezTo>
                    <a:pt x="5" y="12"/>
                    <a:pt x="6" y="15"/>
                    <a:pt x="8" y="18"/>
                  </a:cubicBezTo>
                  <a:cubicBezTo>
                    <a:pt x="11" y="24"/>
                    <a:pt x="15" y="29"/>
                    <a:pt x="20" y="33"/>
                  </a:cubicBezTo>
                  <a:close/>
                </a:path>
              </a:pathLst>
            </a:custGeom>
            <a:solidFill>
              <a:srgbClr val="3A22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3" name="ïšḻîḍé"/>
            <p:cNvSpPr/>
            <p:nvPr/>
          </p:nvSpPr>
          <p:spPr bwMode="auto">
            <a:xfrm>
              <a:off x="6976984" y="4045690"/>
              <a:ext cx="178579" cy="183341"/>
            </a:xfrm>
            <a:custGeom>
              <a:avLst/>
              <a:gdLst>
                <a:gd name="T0" fmla="*/ 36 w 36"/>
                <a:gd name="T1" fmla="*/ 37 h 37"/>
                <a:gd name="T2" fmla="*/ 30 w 36"/>
                <a:gd name="T3" fmla="*/ 34 h 37"/>
                <a:gd name="T4" fmla="*/ 25 w 36"/>
                <a:gd name="T5" fmla="*/ 30 h 37"/>
                <a:gd name="T6" fmla="*/ 15 w 36"/>
                <a:gd name="T7" fmla="*/ 21 h 37"/>
                <a:gd name="T8" fmla="*/ 7 w 36"/>
                <a:gd name="T9" fmla="*/ 12 h 37"/>
                <a:gd name="T10" fmla="*/ 5 w 36"/>
                <a:gd name="T11" fmla="*/ 9 h 37"/>
                <a:gd name="T12" fmla="*/ 3 w 36"/>
                <a:gd name="T13" fmla="*/ 6 h 37"/>
                <a:gd name="T14" fmla="*/ 0 w 36"/>
                <a:gd name="T15" fmla="*/ 0 h 37"/>
                <a:gd name="T16" fmla="*/ 5 w 36"/>
                <a:gd name="T17" fmla="*/ 12 h 37"/>
                <a:gd name="T18" fmla="*/ 14 w 36"/>
                <a:gd name="T19" fmla="*/ 23 h 37"/>
                <a:gd name="T20" fmla="*/ 24 w 36"/>
                <a:gd name="T21" fmla="*/ 31 h 37"/>
                <a:gd name="T22" fmla="*/ 36 w 36"/>
                <a:gd name="T2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37">
                  <a:moveTo>
                    <a:pt x="36" y="37"/>
                  </a:moveTo>
                  <a:cubicBezTo>
                    <a:pt x="34" y="36"/>
                    <a:pt x="32" y="35"/>
                    <a:pt x="30" y="34"/>
                  </a:cubicBezTo>
                  <a:cubicBezTo>
                    <a:pt x="28" y="32"/>
                    <a:pt x="27" y="31"/>
                    <a:pt x="25" y="30"/>
                  </a:cubicBezTo>
                  <a:cubicBezTo>
                    <a:pt x="21" y="27"/>
                    <a:pt x="18" y="25"/>
                    <a:pt x="15" y="21"/>
                  </a:cubicBezTo>
                  <a:cubicBezTo>
                    <a:pt x="12" y="18"/>
                    <a:pt x="9" y="15"/>
                    <a:pt x="7" y="12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2" y="4"/>
                    <a:pt x="1" y="2"/>
                    <a:pt x="0" y="0"/>
                  </a:cubicBezTo>
                  <a:cubicBezTo>
                    <a:pt x="1" y="4"/>
                    <a:pt x="3" y="9"/>
                    <a:pt x="5" y="12"/>
                  </a:cubicBezTo>
                  <a:cubicBezTo>
                    <a:pt x="8" y="16"/>
                    <a:pt x="10" y="20"/>
                    <a:pt x="14" y="23"/>
                  </a:cubicBezTo>
                  <a:cubicBezTo>
                    <a:pt x="17" y="26"/>
                    <a:pt x="20" y="29"/>
                    <a:pt x="24" y="31"/>
                  </a:cubicBezTo>
                  <a:cubicBezTo>
                    <a:pt x="28" y="34"/>
                    <a:pt x="32" y="36"/>
                    <a:pt x="36" y="37"/>
                  </a:cubicBezTo>
                  <a:close/>
                </a:path>
              </a:pathLst>
            </a:custGeom>
            <a:solidFill>
              <a:srgbClr val="3A22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4" name="îšľiḑé"/>
            <p:cNvSpPr/>
            <p:nvPr/>
          </p:nvSpPr>
          <p:spPr bwMode="auto">
            <a:xfrm>
              <a:off x="6793645" y="4350463"/>
              <a:ext cx="511924" cy="1395289"/>
            </a:xfrm>
            <a:custGeom>
              <a:avLst/>
              <a:gdLst>
                <a:gd name="T0" fmla="*/ 7 w 103"/>
                <a:gd name="T1" fmla="*/ 0 h 282"/>
                <a:gd name="T2" fmla="*/ 49 w 103"/>
                <a:gd name="T3" fmla="*/ 10 h 282"/>
                <a:gd name="T4" fmla="*/ 91 w 103"/>
                <a:gd name="T5" fmla="*/ 0 h 282"/>
                <a:gd name="T6" fmla="*/ 101 w 103"/>
                <a:gd name="T7" fmla="*/ 68 h 282"/>
                <a:gd name="T8" fmla="*/ 95 w 103"/>
                <a:gd name="T9" fmla="*/ 162 h 282"/>
                <a:gd name="T10" fmla="*/ 96 w 103"/>
                <a:gd name="T11" fmla="*/ 220 h 282"/>
                <a:gd name="T12" fmla="*/ 91 w 103"/>
                <a:gd name="T13" fmla="*/ 280 h 282"/>
                <a:gd name="T14" fmla="*/ 60 w 103"/>
                <a:gd name="T15" fmla="*/ 280 h 282"/>
                <a:gd name="T16" fmla="*/ 60 w 103"/>
                <a:gd name="T17" fmla="*/ 189 h 282"/>
                <a:gd name="T18" fmla="*/ 49 w 103"/>
                <a:gd name="T19" fmla="*/ 102 h 282"/>
                <a:gd name="T20" fmla="*/ 40 w 103"/>
                <a:gd name="T21" fmla="*/ 151 h 282"/>
                <a:gd name="T22" fmla="*/ 44 w 103"/>
                <a:gd name="T23" fmla="*/ 190 h 282"/>
                <a:gd name="T24" fmla="*/ 32 w 103"/>
                <a:gd name="T25" fmla="*/ 281 h 282"/>
                <a:gd name="T26" fmla="*/ 2 w 103"/>
                <a:gd name="T27" fmla="*/ 277 h 282"/>
                <a:gd name="T28" fmla="*/ 2 w 103"/>
                <a:gd name="T29" fmla="*/ 189 h 282"/>
                <a:gd name="T30" fmla="*/ 7 w 103"/>
                <a:gd name="T31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3" h="282">
                  <a:moveTo>
                    <a:pt x="7" y="0"/>
                  </a:moveTo>
                  <a:cubicBezTo>
                    <a:pt x="7" y="0"/>
                    <a:pt x="26" y="10"/>
                    <a:pt x="49" y="10"/>
                  </a:cubicBezTo>
                  <a:cubicBezTo>
                    <a:pt x="73" y="11"/>
                    <a:pt x="91" y="0"/>
                    <a:pt x="91" y="0"/>
                  </a:cubicBezTo>
                  <a:cubicBezTo>
                    <a:pt x="91" y="0"/>
                    <a:pt x="103" y="36"/>
                    <a:pt x="101" y="68"/>
                  </a:cubicBezTo>
                  <a:cubicBezTo>
                    <a:pt x="99" y="100"/>
                    <a:pt x="91" y="148"/>
                    <a:pt x="95" y="162"/>
                  </a:cubicBezTo>
                  <a:cubicBezTo>
                    <a:pt x="99" y="175"/>
                    <a:pt x="99" y="192"/>
                    <a:pt x="96" y="220"/>
                  </a:cubicBezTo>
                  <a:cubicBezTo>
                    <a:pt x="94" y="248"/>
                    <a:pt x="91" y="280"/>
                    <a:pt x="91" y="280"/>
                  </a:cubicBezTo>
                  <a:cubicBezTo>
                    <a:pt x="91" y="280"/>
                    <a:pt x="72" y="281"/>
                    <a:pt x="60" y="280"/>
                  </a:cubicBezTo>
                  <a:cubicBezTo>
                    <a:pt x="60" y="280"/>
                    <a:pt x="63" y="217"/>
                    <a:pt x="60" y="189"/>
                  </a:cubicBezTo>
                  <a:cubicBezTo>
                    <a:pt x="58" y="160"/>
                    <a:pt x="49" y="102"/>
                    <a:pt x="49" y="102"/>
                  </a:cubicBezTo>
                  <a:cubicBezTo>
                    <a:pt x="49" y="102"/>
                    <a:pt x="40" y="143"/>
                    <a:pt x="40" y="151"/>
                  </a:cubicBezTo>
                  <a:cubicBezTo>
                    <a:pt x="40" y="159"/>
                    <a:pt x="44" y="177"/>
                    <a:pt x="44" y="190"/>
                  </a:cubicBezTo>
                  <a:cubicBezTo>
                    <a:pt x="43" y="205"/>
                    <a:pt x="32" y="281"/>
                    <a:pt x="32" y="281"/>
                  </a:cubicBezTo>
                  <a:cubicBezTo>
                    <a:pt x="32" y="281"/>
                    <a:pt x="17" y="282"/>
                    <a:pt x="2" y="277"/>
                  </a:cubicBezTo>
                  <a:cubicBezTo>
                    <a:pt x="2" y="277"/>
                    <a:pt x="3" y="216"/>
                    <a:pt x="2" y="189"/>
                  </a:cubicBezTo>
                  <a:cubicBezTo>
                    <a:pt x="0" y="161"/>
                    <a:pt x="7" y="0"/>
                    <a:pt x="7" y="0"/>
                  </a:cubicBezTo>
                  <a:close/>
                </a:path>
              </a:pathLst>
            </a:custGeom>
            <a:solidFill>
              <a:srgbClr val="361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5" name="îSḷïḋè"/>
            <p:cNvSpPr/>
            <p:nvPr/>
          </p:nvSpPr>
          <p:spPr bwMode="auto">
            <a:xfrm>
              <a:off x="6967460" y="5736228"/>
              <a:ext cx="273820" cy="119052"/>
            </a:xfrm>
            <a:custGeom>
              <a:avLst/>
              <a:gdLst>
                <a:gd name="T0" fmla="*/ 52 w 55"/>
                <a:gd name="T1" fmla="*/ 0 h 24"/>
                <a:gd name="T2" fmla="*/ 54 w 55"/>
                <a:gd name="T3" fmla="*/ 14 h 24"/>
                <a:gd name="T4" fmla="*/ 53 w 55"/>
                <a:gd name="T5" fmla="*/ 23 h 24"/>
                <a:gd name="T6" fmla="*/ 21 w 55"/>
                <a:gd name="T7" fmla="*/ 23 h 24"/>
                <a:gd name="T8" fmla="*/ 2 w 55"/>
                <a:gd name="T9" fmla="*/ 21 h 24"/>
                <a:gd name="T10" fmla="*/ 3 w 55"/>
                <a:gd name="T11" fmla="*/ 12 h 24"/>
                <a:gd name="T12" fmla="*/ 16 w 55"/>
                <a:gd name="T13" fmla="*/ 8 h 24"/>
                <a:gd name="T14" fmla="*/ 29 w 55"/>
                <a:gd name="T15" fmla="*/ 0 h 24"/>
                <a:gd name="T16" fmla="*/ 52 w 55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" h="24">
                  <a:moveTo>
                    <a:pt x="52" y="0"/>
                  </a:moveTo>
                  <a:cubicBezTo>
                    <a:pt x="52" y="0"/>
                    <a:pt x="55" y="6"/>
                    <a:pt x="54" y="14"/>
                  </a:cubicBezTo>
                  <a:cubicBezTo>
                    <a:pt x="54" y="22"/>
                    <a:pt x="53" y="23"/>
                    <a:pt x="53" y="23"/>
                  </a:cubicBezTo>
                  <a:cubicBezTo>
                    <a:pt x="53" y="23"/>
                    <a:pt x="32" y="24"/>
                    <a:pt x="21" y="23"/>
                  </a:cubicBezTo>
                  <a:cubicBezTo>
                    <a:pt x="10" y="23"/>
                    <a:pt x="4" y="22"/>
                    <a:pt x="2" y="21"/>
                  </a:cubicBezTo>
                  <a:cubicBezTo>
                    <a:pt x="0" y="21"/>
                    <a:pt x="1" y="14"/>
                    <a:pt x="3" y="12"/>
                  </a:cubicBezTo>
                  <a:cubicBezTo>
                    <a:pt x="5" y="11"/>
                    <a:pt x="9" y="11"/>
                    <a:pt x="16" y="8"/>
                  </a:cubicBezTo>
                  <a:cubicBezTo>
                    <a:pt x="24" y="5"/>
                    <a:pt x="29" y="0"/>
                    <a:pt x="29" y="0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4E29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6" name="î$ḻidê"/>
            <p:cNvSpPr/>
            <p:nvPr/>
          </p:nvSpPr>
          <p:spPr bwMode="auto">
            <a:xfrm>
              <a:off x="6679355" y="5726704"/>
              <a:ext cx="269058" cy="128576"/>
            </a:xfrm>
            <a:custGeom>
              <a:avLst/>
              <a:gdLst>
                <a:gd name="T0" fmla="*/ 52 w 54"/>
                <a:gd name="T1" fmla="*/ 2 h 26"/>
                <a:gd name="T2" fmla="*/ 54 w 54"/>
                <a:gd name="T3" fmla="*/ 16 h 26"/>
                <a:gd name="T4" fmla="*/ 53 w 54"/>
                <a:gd name="T5" fmla="*/ 25 h 26"/>
                <a:gd name="T6" fmla="*/ 20 w 54"/>
                <a:gd name="T7" fmla="*/ 25 h 26"/>
                <a:gd name="T8" fmla="*/ 1 w 54"/>
                <a:gd name="T9" fmla="*/ 23 h 26"/>
                <a:gd name="T10" fmla="*/ 2 w 54"/>
                <a:gd name="T11" fmla="*/ 14 h 26"/>
                <a:gd name="T12" fmla="*/ 16 w 54"/>
                <a:gd name="T13" fmla="*/ 10 h 26"/>
                <a:gd name="T14" fmla="*/ 29 w 54"/>
                <a:gd name="T15" fmla="*/ 0 h 26"/>
                <a:gd name="T16" fmla="*/ 52 w 54"/>
                <a:gd name="T17" fmla="*/ 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26">
                  <a:moveTo>
                    <a:pt x="52" y="2"/>
                  </a:moveTo>
                  <a:cubicBezTo>
                    <a:pt x="52" y="2"/>
                    <a:pt x="54" y="8"/>
                    <a:pt x="54" y="16"/>
                  </a:cubicBezTo>
                  <a:cubicBezTo>
                    <a:pt x="53" y="24"/>
                    <a:pt x="53" y="25"/>
                    <a:pt x="53" y="25"/>
                  </a:cubicBezTo>
                  <a:cubicBezTo>
                    <a:pt x="53" y="25"/>
                    <a:pt x="31" y="26"/>
                    <a:pt x="20" y="25"/>
                  </a:cubicBezTo>
                  <a:cubicBezTo>
                    <a:pt x="9" y="25"/>
                    <a:pt x="3" y="24"/>
                    <a:pt x="1" y="23"/>
                  </a:cubicBezTo>
                  <a:cubicBezTo>
                    <a:pt x="0" y="23"/>
                    <a:pt x="0" y="16"/>
                    <a:pt x="2" y="14"/>
                  </a:cubicBezTo>
                  <a:cubicBezTo>
                    <a:pt x="4" y="13"/>
                    <a:pt x="8" y="13"/>
                    <a:pt x="16" y="10"/>
                  </a:cubicBezTo>
                  <a:cubicBezTo>
                    <a:pt x="23" y="7"/>
                    <a:pt x="29" y="0"/>
                    <a:pt x="29" y="0"/>
                  </a:cubicBezTo>
                  <a:lnTo>
                    <a:pt x="52" y="2"/>
                  </a:lnTo>
                  <a:close/>
                </a:path>
              </a:pathLst>
            </a:custGeom>
            <a:solidFill>
              <a:srgbClr val="4E29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7" name="iŝḻidê"/>
            <p:cNvSpPr/>
            <p:nvPr/>
          </p:nvSpPr>
          <p:spPr bwMode="auto">
            <a:xfrm>
              <a:off x="6922221" y="3090894"/>
              <a:ext cx="402397" cy="538115"/>
            </a:xfrm>
            <a:custGeom>
              <a:avLst/>
              <a:gdLst>
                <a:gd name="T0" fmla="*/ 13 w 81"/>
                <a:gd name="T1" fmla="*/ 72 h 109"/>
                <a:gd name="T2" fmla="*/ 30 w 81"/>
                <a:gd name="T3" fmla="*/ 64 h 109"/>
                <a:gd name="T4" fmla="*/ 22 w 81"/>
                <a:gd name="T5" fmla="*/ 55 h 109"/>
                <a:gd name="T6" fmla="*/ 17 w 81"/>
                <a:gd name="T7" fmla="*/ 53 h 109"/>
                <a:gd name="T8" fmla="*/ 19 w 81"/>
                <a:gd name="T9" fmla="*/ 45 h 109"/>
                <a:gd name="T10" fmla="*/ 6 w 81"/>
                <a:gd name="T11" fmla="*/ 23 h 109"/>
                <a:gd name="T12" fmla="*/ 0 w 81"/>
                <a:gd name="T13" fmla="*/ 13 h 109"/>
                <a:gd name="T14" fmla="*/ 13 w 81"/>
                <a:gd name="T15" fmla="*/ 8 h 109"/>
                <a:gd name="T16" fmla="*/ 27 w 81"/>
                <a:gd name="T17" fmla="*/ 1 h 109"/>
                <a:gd name="T18" fmla="*/ 37 w 81"/>
                <a:gd name="T19" fmla="*/ 8 h 109"/>
                <a:gd name="T20" fmla="*/ 52 w 81"/>
                <a:gd name="T21" fmla="*/ 6 h 109"/>
                <a:gd name="T22" fmla="*/ 62 w 81"/>
                <a:gd name="T23" fmla="*/ 25 h 109"/>
                <a:gd name="T24" fmla="*/ 79 w 81"/>
                <a:gd name="T25" fmla="*/ 42 h 109"/>
                <a:gd name="T26" fmla="*/ 66 w 81"/>
                <a:gd name="T27" fmla="*/ 69 h 109"/>
                <a:gd name="T28" fmla="*/ 71 w 81"/>
                <a:gd name="T29" fmla="*/ 85 h 109"/>
                <a:gd name="T30" fmla="*/ 53 w 81"/>
                <a:gd name="T31" fmla="*/ 95 h 109"/>
                <a:gd name="T32" fmla="*/ 37 w 81"/>
                <a:gd name="T33" fmla="*/ 107 h 109"/>
                <a:gd name="T34" fmla="*/ 13 w 81"/>
                <a:gd name="T35" fmla="*/ 88 h 109"/>
                <a:gd name="T36" fmla="*/ 13 w 81"/>
                <a:gd name="T37" fmla="*/ 72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1" h="109">
                  <a:moveTo>
                    <a:pt x="13" y="72"/>
                  </a:moveTo>
                  <a:cubicBezTo>
                    <a:pt x="13" y="72"/>
                    <a:pt x="27" y="74"/>
                    <a:pt x="30" y="64"/>
                  </a:cubicBezTo>
                  <a:cubicBezTo>
                    <a:pt x="32" y="54"/>
                    <a:pt x="26" y="48"/>
                    <a:pt x="22" y="55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0" y="40"/>
                    <a:pt x="6" y="23"/>
                  </a:cubicBezTo>
                  <a:cubicBezTo>
                    <a:pt x="6" y="23"/>
                    <a:pt x="0" y="20"/>
                    <a:pt x="0" y="13"/>
                  </a:cubicBezTo>
                  <a:cubicBezTo>
                    <a:pt x="0" y="6"/>
                    <a:pt x="7" y="3"/>
                    <a:pt x="13" y="8"/>
                  </a:cubicBezTo>
                  <a:cubicBezTo>
                    <a:pt x="13" y="8"/>
                    <a:pt x="17" y="0"/>
                    <a:pt x="27" y="1"/>
                  </a:cubicBezTo>
                  <a:cubicBezTo>
                    <a:pt x="36" y="2"/>
                    <a:pt x="37" y="8"/>
                    <a:pt x="37" y="8"/>
                  </a:cubicBezTo>
                  <a:cubicBezTo>
                    <a:pt x="37" y="8"/>
                    <a:pt x="44" y="3"/>
                    <a:pt x="52" y="6"/>
                  </a:cubicBezTo>
                  <a:cubicBezTo>
                    <a:pt x="60" y="9"/>
                    <a:pt x="64" y="17"/>
                    <a:pt x="62" y="25"/>
                  </a:cubicBezTo>
                  <a:cubicBezTo>
                    <a:pt x="62" y="25"/>
                    <a:pt x="76" y="23"/>
                    <a:pt x="79" y="42"/>
                  </a:cubicBezTo>
                  <a:cubicBezTo>
                    <a:pt x="81" y="54"/>
                    <a:pt x="74" y="65"/>
                    <a:pt x="66" y="69"/>
                  </a:cubicBezTo>
                  <a:cubicBezTo>
                    <a:pt x="66" y="69"/>
                    <a:pt x="75" y="77"/>
                    <a:pt x="71" y="85"/>
                  </a:cubicBezTo>
                  <a:cubicBezTo>
                    <a:pt x="68" y="94"/>
                    <a:pt x="53" y="95"/>
                    <a:pt x="53" y="95"/>
                  </a:cubicBezTo>
                  <a:cubicBezTo>
                    <a:pt x="53" y="95"/>
                    <a:pt x="51" y="109"/>
                    <a:pt x="37" y="107"/>
                  </a:cubicBezTo>
                  <a:cubicBezTo>
                    <a:pt x="22" y="105"/>
                    <a:pt x="16" y="99"/>
                    <a:pt x="13" y="88"/>
                  </a:cubicBezTo>
                  <a:cubicBezTo>
                    <a:pt x="13" y="88"/>
                    <a:pt x="12" y="81"/>
                    <a:pt x="13" y="72"/>
                  </a:cubicBezTo>
                  <a:close/>
                </a:path>
              </a:pathLst>
            </a:custGeom>
            <a:solidFill>
              <a:srgbClr val="D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8" name="ïṧlïdé"/>
            <p:cNvSpPr/>
            <p:nvPr/>
          </p:nvSpPr>
          <p:spPr bwMode="auto">
            <a:xfrm>
              <a:off x="6848408" y="3771871"/>
              <a:ext cx="59527" cy="204769"/>
            </a:xfrm>
            <a:custGeom>
              <a:avLst/>
              <a:gdLst>
                <a:gd name="T0" fmla="*/ 3 w 12"/>
                <a:gd name="T1" fmla="*/ 3 h 41"/>
                <a:gd name="T2" fmla="*/ 12 w 12"/>
                <a:gd name="T3" fmla="*/ 0 h 41"/>
                <a:gd name="T4" fmla="*/ 0 w 12"/>
                <a:gd name="T5" fmla="*/ 41 h 41"/>
                <a:gd name="T6" fmla="*/ 3 w 12"/>
                <a:gd name="T7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41">
                  <a:moveTo>
                    <a:pt x="3" y="3"/>
                  </a:moveTo>
                  <a:cubicBezTo>
                    <a:pt x="3" y="3"/>
                    <a:pt x="7" y="3"/>
                    <a:pt x="12" y="0"/>
                  </a:cubicBezTo>
                  <a:cubicBezTo>
                    <a:pt x="12" y="0"/>
                    <a:pt x="1" y="29"/>
                    <a:pt x="0" y="41"/>
                  </a:cubicBezTo>
                  <a:cubicBezTo>
                    <a:pt x="0" y="41"/>
                    <a:pt x="1" y="17"/>
                    <a:pt x="3" y="3"/>
                  </a:cubicBezTo>
                  <a:close/>
                </a:path>
              </a:pathLst>
            </a:custGeom>
            <a:solidFill>
              <a:srgbClr val="3A22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9" name="íṧļiďè"/>
            <p:cNvSpPr/>
            <p:nvPr/>
          </p:nvSpPr>
          <p:spPr bwMode="auto">
            <a:xfrm>
              <a:off x="7036511" y="4350463"/>
              <a:ext cx="269058" cy="1390527"/>
            </a:xfrm>
            <a:custGeom>
              <a:avLst/>
              <a:gdLst>
                <a:gd name="T0" fmla="*/ 42 w 54"/>
                <a:gd name="T1" fmla="*/ 0 h 281"/>
                <a:gd name="T2" fmla="*/ 24 w 54"/>
                <a:gd name="T3" fmla="*/ 7 h 281"/>
                <a:gd name="T4" fmla="*/ 14 w 54"/>
                <a:gd name="T5" fmla="*/ 65 h 281"/>
                <a:gd name="T6" fmla="*/ 0 w 54"/>
                <a:gd name="T7" fmla="*/ 102 h 281"/>
                <a:gd name="T8" fmla="*/ 11 w 54"/>
                <a:gd name="T9" fmla="*/ 189 h 281"/>
                <a:gd name="T10" fmla="*/ 11 w 54"/>
                <a:gd name="T11" fmla="*/ 280 h 281"/>
                <a:gd name="T12" fmla="*/ 42 w 54"/>
                <a:gd name="T13" fmla="*/ 280 h 281"/>
                <a:gd name="T14" fmla="*/ 47 w 54"/>
                <a:gd name="T15" fmla="*/ 220 h 281"/>
                <a:gd name="T16" fmla="*/ 46 w 54"/>
                <a:gd name="T17" fmla="*/ 162 h 281"/>
                <a:gd name="T18" fmla="*/ 52 w 54"/>
                <a:gd name="T19" fmla="*/ 68 h 281"/>
                <a:gd name="T20" fmla="*/ 42 w 54"/>
                <a:gd name="T21" fmla="*/ 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281">
                  <a:moveTo>
                    <a:pt x="42" y="0"/>
                  </a:moveTo>
                  <a:cubicBezTo>
                    <a:pt x="42" y="0"/>
                    <a:pt x="35" y="4"/>
                    <a:pt x="24" y="7"/>
                  </a:cubicBezTo>
                  <a:cubicBezTo>
                    <a:pt x="24" y="21"/>
                    <a:pt x="24" y="53"/>
                    <a:pt x="14" y="65"/>
                  </a:cubicBezTo>
                  <a:cubicBezTo>
                    <a:pt x="2" y="81"/>
                    <a:pt x="0" y="102"/>
                    <a:pt x="0" y="102"/>
                  </a:cubicBezTo>
                  <a:cubicBezTo>
                    <a:pt x="0" y="102"/>
                    <a:pt x="9" y="160"/>
                    <a:pt x="11" y="189"/>
                  </a:cubicBezTo>
                  <a:cubicBezTo>
                    <a:pt x="14" y="217"/>
                    <a:pt x="11" y="280"/>
                    <a:pt x="11" y="280"/>
                  </a:cubicBezTo>
                  <a:cubicBezTo>
                    <a:pt x="23" y="281"/>
                    <a:pt x="42" y="280"/>
                    <a:pt x="42" y="280"/>
                  </a:cubicBezTo>
                  <a:cubicBezTo>
                    <a:pt x="42" y="280"/>
                    <a:pt x="45" y="248"/>
                    <a:pt x="47" y="220"/>
                  </a:cubicBezTo>
                  <a:cubicBezTo>
                    <a:pt x="50" y="192"/>
                    <a:pt x="50" y="175"/>
                    <a:pt x="46" y="162"/>
                  </a:cubicBezTo>
                  <a:cubicBezTo>
                    <a:pt x="42" y="148"/>
                    <a:pt x="50" y="100"/>
                    <a:pt x="52" y="68"/>
                  </a:cubicBezTo>
                  <a:cubicBezTo>
                    <a:pt x="54" y="36"/>
                    <a:pt x="42" y="0"/>
                    <a:pt x="42" y="0"/>
                  </a:cubicBezTo>
                  <a:close/>
                </a:path>
              </a:pathLst>
            </a:custGeom>
            <a:solidFill>
              <a:srgbClr val="230B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0" name="íṩ1îḍè"/>
            <p:cNvSpPr/>
            <p:nvPr/>
          </p:nvSpPr>
          <p:spPr bwMode="auto">
            <a:xfrm>
              <a:off x="4831668" y="4340939"/>
              <a:ext cx="585736" cy="278582"/>
            </a:xfrm>
            <a:custGeom>
              <a:avLst/>
              <a:gdLst>
                <a:gd name="T0" fmla="*/ 101 w 118"/>
                <a:gd name="T1" fmla="*/ 1 h 56"/>
                <a:gd name="T2" fmla="*/ 55 w 118"/>
                <a:gd name="T3" fmla="*/ 23 h 56"/>
                <a:gd name="T4" fmla="*/ 22 w 118"/>
                <a:gd name="T5" fmla="*/ 0 h 56"/>
                <a:gd name="T6" fmla="*/ 11 w 118"/>
                <a:gd name="T7" fmla="*/ 4 h 56"/>
                <a:gd name="T8" fmla="*/ 27 w 118"/>
                <a:gd name="T9" fmla="*/ 46 h 56"/>
                <a:gd name="T10" fmla="*/ 109 w 118"/>
                <a:gd name="T11" fmla="*/ 41 h 56"/>
                <a:gd name="T12" fmla="*/ 101 w 118"/>
                <a:gd name="T13" fmla="*/ 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8" h="56">
                  <a:moveTo>
                    <a:pt x="101" y="1"/>
                  </a:moveTo>
                  <a:cubicBezTo>
                    <a:pt x="101" y="1"/>
                    <a:pt x="79" y="26"/>
                    <a:pt x="55" y="23"/>
                  </a:cubicBezTo>
                  <a:cubicBezTo>
                    <a:pt x="32" y="21"/>
                    <a:pt x="22" y="0"/>
                    <a:pt x="22" y="0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0" y="36"/>
                    <a:pt x="27" y="46"/>
                  </a:cubicBezTo>
                  <a:cubicBezTo>
                    <a:pt x="55" y="56"/>
                    <a:pt x="99" y="45"/>
                    <a:pt x="109" y="41"/>
                  </a:cubicBezTo>
                  <a:cubicBezTo>
                    <a:pt x="118" y="37"/>
                    <a:pt x="115" y="8"/>
                    <a:pt x="101" y="1"/>
                  </a:cubicBezTo>
                  <a:close/>
                </a:path>
              </a:pathLst>
            </a:custGeom>
            <a:solidFill>
              <a:srgbClr val="1F0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1" name="ïṡlîdè"/>
            <p:cNvSpPr/>
            <p:nvPr/>
          </p:nvSpPr>
          <p:spPr bwMode="auto">
            <a:xfrm>
              <a:off x="4995959" y="3376618"/>
              <a:ext cx="321441" cy="357156"/>
            </a:xfrm>
            <a:custGeom>
              <a:avLst/>
              <a:gdLst>
                <a:gd name="T0" fmla="*/ 58 w 65"/>
                <a:gd name="T1" fmla="*/ 14 h 72"/>
                <a:gd name="T2" fmla="*/ 59 w 65"/>
                <a:gd name="T3" fmla="*/ 34 h 72"/>
                <a:gd name="T4" fmla="*/ 46 w 65"/>
                <a:gd name="T5" fmla="*/ 69 h 72"/>
                <a:gd name="T6" fmla="*/ 12 w 65"/>
                <a:gd name="T7" fmla="*/ 59 h 72"/>
                <a:gd name="T8" fmla="*/ 3 w 65"/>
                <a:gd name="T9" fmla="*/ 50 h 72"/>
                <a:gd name="T10" fmla="*/ 12 w 65"/>
                <a:gd name="T11" fmla="*/ 37 h 72"/>
                <a:gd name="T12" fmla="*/ 14 w 65"/>
                <a:gd name="T13" fmla="*/ 54 h 72"/>
                <a:gd name="T14" fmla="*/ 18 w 65"/>
                <a:gd name="T15" fmla="*/ 43 h 72"/>
                <a:gd name="T16" fmla="*/ 21 w 65"/>
                <a:gd name="T17" fmla="*/ 31 h 72"/>
                <a:gd name="T18" fmla="*/ 58 w 65"/>
                <a:gd name="T19" fmla="*/ 1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72">
                  <a:moveTo>
                    <a:pt x="58" y="14"/>
                  </a:moveTo>
                  <a:cubicBezTo>
                    <a:pt x="58" y="14"/>
                    <a:pt x="59" y="23"/>
                    <a:pt x="59" y="34"/>
                  </a:cubicBezTo>
                  <a:cubicBezTo>
                    <a:pt x="58" y="44"/>
                    <a:pt x="65" y="67"/>
                    <a:pt x="46" y="69"/>
                  </a:cubicBezTo>
                  <a:cubicBezTo>
                    <a:pt x="27" y="72"/>
                    <a:pt x="16" y="67"/>
                    <a:pt x="12" y="59"/>
                  </a:cubicBezTo>
                  <a:cubicBezTo>
                    <a:pt x="12" y="59"/>
                    <a:pt x="6" y="58"/>
                    <a:pt x="3" y="50"/>
                  </a:cubicBezTo>
                  <a:cubicBezTo>
                    <a:pt x="0" y="41"/>
                    <a:pt x="6" y="31"/>
                    <a:pt x="12" y="37"/>
                  </a:cubicBezTo>
                  <a:cubicBezTo>
                    <a:pt x="18" y="42"/>
                    <a:pt x="13" y="49"/>
                    <a:pt x="14" y="54"/>
                  </a:cubicBezTo>
                  <a:cubicBezTo>
                    <a:pt x="14" y="54"/>
                    <a:pt x="16" y="47"/>
                    <a:pt x="18" y="43"/>
                  </a:cubicBezTo>
                  <a:cubicBezTo>
                    <a:pt x="21" y="39"/>
                    <a:pt x="18" y="37"/>
                    <a:pt x="21" y="31"/>
                  </a:cubicBezTo>
                  <a:cubicBezTo>
                    <a:pt x="24" y="24"/>
                    <a:pt x="46" y="0"/>
                    <a:pt x="58" y="14"/>
                  </a:cubicBezTo>
                  <a:close/>
                </a:path>
              </a:pathLst>
            </a:custGeom>
            <a:solidFill>
              <a:srgbClr val="FFD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2" name="iŝḷiḑê"/>
            <p:cNvSpPr/>
            <p:nvPr/>
          </p:nvSpPr>
          <p:spPr bwMode="auto">
            <a:xfrm>
              <a:off x="4905479" y="3267091"/>
              <a:ext cx="195245" cy="204769"/>
            </a:xfrm>
            <a:custGeom>
              <a:avLst/>
              <a:gdLst>
                <a:gd name="T0" fmla="*/ 29 w 39"/>
                <a:gd name="T1" fmla="*/ 21 h 41"/>
                <a:gd name="T2" fmla="*/ 39 w 39"/>
                <a:gd name="T3" fmla="*/ 16 h 41"/>
                <a:gd name="T4" fmla="*/ 18 w 39"/>
                <a:gd name="T5" fmla="*/ 4 h 41"/>
                <a:gd name="T6" fmla="*/ 3 w 39"/>
                <a:gd name="T7" fmla="*/ 29 h 41"/>
                <a:gd name="T8" fmla="*/ 17 w 39"/>
                <a:gd name="T9" fmla="*/ 41 h 41"/>
                <a:gd name="T10" fmla="*/ 29 w 39"/>
                <a:gd name="T11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41">
                  <a:moveTo>
                    <a:pt x="29" y="21"/>
                  </a:moveTo>
                  <a:cubicBezTo>
                    <a:pt x="32" y="18"/>
                    <a:pt x="35" y="17"/>
                    <a:pt x="39" y="16"/>
                  </a:cubicBezTo>
                  <a:cubicBezTo>
                    <a:pt x="38" y="8"/>
                    <a:pt x="31" y="0"/>
                    <a:pt x="18" y="4"/>
                  </a:cubicBezTo>
                  <a:cubicBezTo>
                    <a:pt x="5" y="8"/>
                    <a:pt x="0" y="20"/>
                    <a:pt x="3" y="29"/>
                  </a:cubicBezTo>
                  <a:cubicBezTo>
                    <a:pt x="5" y="36"/>
                    <a:pt x="13" y="40"/>
                    <a:pt x="17" y="41"/>
                  </a:cubicBezTo>
                  <a:cubicBezTo>
                    <a:pt x="19" y="28"/>
                    <a:pt x="29" y="21"/>
                    <a:pt x="29" y="21"/>
                  </a:cubicBezTo>
                  <a:close/>
                </a:path>
              </a:pathLst>
            </a:custGeom>
            <a:solidFill>
              <a:srgbClr val="4939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3" name="îṥḻíḋé"/>
            <p:cNvSpPr/>
            <p:nvPr/>
          </p:nvSpPr>
          <p:spPr bwMode="auto">
            <a:xfrm>
              <a:off x="5541218" y="4386179"/>
              <a:ext cx="119052" cy="138100"/>
            </a:xfrm>
            <a:custGeom>
              <a:avLst/>
              <a:gdLst>
                <a:gd name="T0" fmla="*/ 0 w 24"/>
                <a:gd name="T1" fmla="*/ 7 h 28"/>
                <a:gd name="T2" fmla="*/ 5 w 24"/>
                <a:gd name="T3" fmla="*/ 13 h 28"/>
                <a:gd name="T4" fmla="*/ 14 w 24"/>
                <a:gd name="T5" fmla="*/ 18 h 28"/>
                <a:gd name="T6" fmla="*/ 15 w 24"/>
                <a:gd name="T7" fmla="*/ 23 h 28"/>
                <a:gd name="T8" fmla="*/ 18 w 24"/>
                <a:gd name="T9" fmla="*/ 25 h 28"/>
                <a:gd name="T10" fmla="*/ 21 w 24"/>
                <a:gd name="T11" fmla="*/ 28 h 28"/>
                <a:gd name="T12" fmla="*/ 24 w 24"/>
                <a:gd name="T13" fmla="*/ 14 h 28"/>
                <a:gd name="T14" fmla="*/ 5 w 24"/>
                <a:gd name="T15" fmla="*/ 0 h 28"/>
                <a:gd name="T16" fmla="*/ 0 w 24"/>
                <a:gd name="T17" fmla="*/ 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28">
                  <a:moveTo>
                    <a:pt x="0" y="7"/>
                  </a:moveTo>
                  <a:cubicBezTo>
                    <a:pt x="0" y="7"/>
                    <a:pt x="2" y="11"/>
                    <a:pt x="5" y="13"/>
                  </a:cubicBezTo>
                  <a:cubicBezTo>
                    <a:pt x="7" y="15"/>
                    <a:pt x="12" y="19"/>
                    <a:pt x="14" y="18"/>
                  </a:cubicBezTo>
                  <a:cubicBezTo>
                    <a:pt x="14" y="18"/>
                    <a:pt x="14" y="21"/>
                    <a:pt x="15" y="23"/>
                  </a:cubicBezTo>
                  <a:cubicBezTo>
                    <a:pt x="15" y="25"/>
                    <a:pt x="18" y="25"/>
                    <a:pt x="18" y="25"/>
                  </a:cubicBezTo>
                  <a:cubicBezTo>
                    <a:pt x="18" y="25"/>
                    <a:pt x="19" y="28"/>
                    <a:pt x="21" y="28"/>
                  </a:cubicBezTo>
                  <a:cubicBezTo>
                    <a:pt x="23" y="28"/>
                    <a:pt x="24" y="22"/>
                    <a:pt x="24" y="14"/>
                  </a:cubicBezTo>
                  <a:cubicBezTo>
                    <a:pt x="23" y="5"/>
                    <a:pt x="5" y="0"/>
                    <a:pt x="5" y="0"/>
                  </a:cubicBezTo>
                  <a:cubicBezTo>
                    <a:pt x="5" y="0"/>
                    <a:pt x="4" y="4"/>
                    <a:pt x="0" y="7"/>
                  </a:cubicBezTo>
                  <a:close/>
                </a:path>
              </a:pathLst>
            </a:custGeom>
            <a:solidFill>
              <a:srgbClr val="FFD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4" name="îṣ1iḋé"/>
            <p:cNvSpPr/>
            <p:nvPr/>
          </p:nvSpPr>
          <p:spPr bwMode="auto">
            <a:xfrm>
              <a:off x="5600743" y="4431418"/>
              <a:ext cx="38097" cy="42859"/>
            </a:xfrm>
            <a:custGeom>
              <a:avLst/>
              <a:gdLst>
                <a:gd name="T0" fmla="*/ 2 w 8"/>
                <a:gd name="T1" fmla="*/ 9 h 9"/>
                <a:gd name="T2" fmla="*/ 4 w 8"/>
                <a:gd name="T3" fmla="*/ 9 h 9"/>
                <a:gd name="T4" fmla="*/ 6 w 8"/>
                <a:gd name="T5" fmla="*/ 8 h 9"/>
                <a:gd name="T6" fmla="*/ 6 w 8"/>
                <a:gd name="T7" fmla="*/ 5 h 9"/>
                <a:gd name="T8" fmla="*/ 5 w 8"/>
                <a:gd name="T9" fmla="*/ 4 h 9"/>
                <a:gd name="T10" fmla="*/ 5 w 8"/>
                <a:gd name="T11" fmla="*/ 4 h 9"/>
                <a:gd name="T12" fmla="*/ 3 w 8"/>
                <a:gd name="T13" fmla="*/ 2 h 9"/>
                <a:gd name="T14" fmla="*/ 0 w 8"/>
                <a:gd name="T15" fmla="*/ 0 h 9"/>
                <a:gd name="T16" fmla="*/ 4 w 8"/>
                <a:gd name="T17" fmla="*/ 1 h 9"/>
                <a:gd name="T18" fmla="*/ 6 w 8"/>
                <a:gd name="T19" fmla="*/ 2 h 9"/>
                <a:gd name="T20" fmla="*/ 6 w 8"/>
                <a:gd name="T21" fmla="*/ 3 h 9"/>
                <a:gd name="T22" fmla="*/ 7 w 8"/>
                <a:gd name="T23" fmla="*/ 4 h 9"/>
                <a:gd name="T24" fmla="*/ 8 w 8"/>
                <a:gd name="T25" fmla="*/ 6 h 9"/>
                <a:gd name="T26" fmla="*/ 7 w 8"/>
                <a:gd name="T27" fmla="*/ 9 h 9"/>
                <a:gd name="T28" fmla="*/ 4 w 8"/>
                <a:gd name="T29" fmla="*/ 9 h 9"/>
                <a:gd name="T30" fmla="*/ 2 w 8"/>
                <a:gd name="T3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9">
                  <a:moveTo>
                    <a:pt x="2" y="9"/>
                  </a:moveTo>
                  <a:cubicBezTo>
                    <a:pt x="3" y="9"/>
                    <a:pt x="4" y="9"/>
                    <a:pt x="4" y="9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6" y="7"/>
                    <a:pt x="6" y="6"/>
                    <a:pt x="6" y="5"/>
                  </a:cubicBezTo>
                  <a:cubicBezTo>
                    <a:pt x="6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3"/>
                    <a:pt x="4" y="3"/>
                    <a:pt x="3" y="2"/>
                  </a:cubicBezTo>
                  <a:cubicBezTo>
                    <a:pt x="2" y="2"/>
                    <a:pt x="1" y="1"/>
                    <a:pt x="0" y="0"/>
                  </a:cubicBezTo>
                  <a:cubicBezTo>
                    <a:pt x="1" y="0"/>
                    <a:pt x="2" y="1"/>
                    <a:pt x="4" y="1"/>
                  </a:cubicBezTo>
                  <a:cubicBezTo>
                    <a:pt x="4" y="2"/>
                    <a:pt x="5" y="2"/>
                    <a:pt x="6" y="2"/>
                  </a:cubicBezTo>
                  <a:cubicBezTo>
                    <a:pt x="6" y="2"/>
                    <a:pt x="6" y="3"/>
                    <a:pt x="6" y="3"/>
                  </a:cubicBezTo>
                  <a:cubicBezTo>
                    <a:pt x="7" y="3"/>
                    <a:pt x="7" y="4"/>
                    <a:pt x="7" y="4"/>
                  </a:cubicBezTo>
                  <a:cubicBezTo>
                    <a:pt x="8" y="5"/>
                    <a:pt x="8" y="5"/>
                    <a:pt x="8" y="6"/>
                  </a:cubicBezTo>
                  <a:cubicBezTo>
                    <a:pt x="8" y="7"/>
                    <a:pt x="7" y="8"/>
                    <a:pt x="7" y="9"/>
                  </a:cubicBezTo>
                  <a:cubicBezTo>
                    <a:pt x="6" y="9"/>
                    <a:pt x="5" y="9"/>
                    <a:pt x="4" y="9"/>
                  </a:cubicBezTo>
                  <a:cubicBezTo>
                    <a:pt x="4" y="9"/>
                    <a:pt x="3" y="9"/>
                    <a:pt x="2" y="9"/>
                  </a:cubicBezTo>
                  <a:close/>
                </a:path>
              </a:pathLst>
            </a:custGeom>
            <a:solidFill>
              <a:srgbClr val="F7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5" name="ïṩlíḑé"/>
            <p:cNvSpPr/>
            <p:nvPr/>
          </p:nvSpPr>
          <p:spPr bwMode="auto">
            <a:xfrm>
              <a:off x="5624553" y="4469515"/>
              <a:ext cx="9524" cy="40478"/>
            </a:xfrm>
            <a:custGeom>
              <a:avLst/>
              <a:gdLst>
                <a:gd name="T0" fmla="*/ 1 w 2"/>
                <a:gd name="T1" fmla="*/ 8 h 8"/>
                <a:gd name="T2" fmla="*/ 0 w 2"/>
                <a:gd name="T3" fmla="*/ 4 h 8"/>
                <a:gd name="T4" fmla="*/ 1 w 2"/>
                <a:gd name="T5" fmla="*/ 0 h 8"/>
                <a:gd name="T6" fmla="*/ 2 w 2"/>
                <a:gd name="T7" fmla="*/ 4 h 8"/>
                <a:gd name="T8" fmla="*/ 1 w 2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8">
                  <a:moveTo>
                    <a:pt x="1" y="8"/>
                  </a:moveTo>
                  <a:cubicBezTo>
                    <a:pt x="1" y="6"/>
                    <a:pt x="0" y="5"/>
                    <a:pt x="0" y="4"/>
                  </a:cubicBezTo>
                  <a:cubicBezTo>
                    <a:pt x="1" y="3"/>
                    <a:pt x="1" y="1"/>
                    <a:pt x="1" y="0"/>
                  </a:cubicBezTo>
                  <a:cubicBezTo>
                    <a:pt x="2" y="1"/>
                    <a:pt x="2" y="3"/>
                    <a:pt x="2" y="4"/>
                  </a:cubicBezTo>
                  <a:cubicBezTo>
                    <a:pt x="2" y="5"/>
                    <a:pt x="2" y="6"/>
                    <a:pt x="1" y="8"/>
                  </a:cubicBezTo>
                  <a:close/>
                </a:path>
              </a:pathLst>
            </a:custGeom>
            <a:solidFill>
              <a:srgbClr val="F7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6" name="îṥľîḍé"/>
            <p:cNvSpPr/>
            <p:nvPr/>
          </p:nvSpPr>
          <p:spPr bwMode="auto">
            <a:xfrm>
              <a:off x="4986435" y="3307567"/>
              <a:ext cx="302393" cy="335727"/>
            </a:xfrm>
            <a:custGeom>
              <a:avLst/>
              <a:gdLst>
                <a:gd name="T0" fmla="*/ 14 w 61"/>
                <a:gd name="T1" fmla="*/ 51 h 68"/>
                <a:gd name="T2" fmla="*/ 16 w 61"/>
                <a:gd name="T3" fmla="*/ 68 h 68"/>
                <a:gd name="T4" fmla="*/ 20 w 61"/>
                <a:gd name="T5" fmla="*/ 57 h 68"/>
                <a:gd name="T6" fmla="*/ 23 w 61"/>
                <a:gd name="T7" fmla="*/ 45 h 68"/>
                <a:gd name="T8" fmla="*/ 60 w 61"/>
                <a:gd name="T9" fmla="*/ 28 h 68"/>
                <a:gd name="T10" fmla="*/ 54 w 61"/>
                <a:gd name="T11" fmla="*/ 15 h 68"/>
                <a:gd name="T12" fmla="*/ 13 w 61"/>
                <a:gd name="T13" fmla="*/ 13 h 68"/>
                <a:gd name="T14" fmla="*/ 0 w 61"/>
                <a:gd name="T15" fmla="*/ 37 h 68"/>
                <a:gd name="T16" fmla="*/ 4 w 61"/>
                <a:gd name="T17" fmla="*/ 57 h 68"/>
                <a:gd name="T18" fmla="*/ 14 w 61"/>
                <a:gd name="T19" fmla="*/ 5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8">
                  <a:moveTo>
                    <a:pt x="14" y="51"/>
                  </a:moveTo>
                  <a:cubicBezTo>
                    <a:pt x="20" y="56"/>
                    <a:pt x="15" y="63"/>
                    <a:pt x="16" y="68"/>
                  </a:cubicBezTo>
                  <a:cubicBezTo>
                    <a:pt x="16" y="68"/>
                    <a:pt x="18" y="61"/>
                    <a:pt x="20" y="57"/>
                  </a:cubicBezTo>
                  <a:cubicBezTo>
                    <a:pt x="23" y="53"/>
                    <a:pt x="20" y="51"/>
                    <a:pt x="23" y="45"/>
                  </a:cubicBezTo>
                  <a:cubicBezTo>
                    <a:pt x="26" y="38"/>
                    <a:pt x="48" y="14"/>
                    <a:pt x="60" y="28"/>
                  </a:cubicBezTo>
                  <a:cubicBezTo>
                    <a:pt x="60" y="28"/>
                    <a:pt x="61" y="23"/>
                    <a:pt x="54" y="15"/>
                  </a:cubicBezTo>
                  <a:cubicBezTo>
                    <a:pt x="47" y="7"/>
                    <a:pt x="29" y="0"/>
                    <a:pt x="13" y="13"/>
                  </a:cubicBezTo>
                  <a:cubicBezTo>
                    <a:pt x="13" y="13"/>
                    <a:pt x="2" y="21"/>
                    <a:pt x="0" y="37"/>
                  </a:cubicBezTo>
                  <a:cubicBezTo>
                    <a:pt x="0" y="44"/>
                    <a:pt x="2" y="51"/>
                    <a:pt x="4" y="57"/>
                  </a:cubicBezTo>
                  <a:cubicBezTo>
                    <a:pt x="5" y="51"/>
                    <a:pt x="10" y="47"/>
                    <a:pt x="14" y="51"/>
                  </a:cubicBezTo>
                  <a:close/>
                </a:path>
              </a:pathLst>
            </a:custGeom>
            <a:solidFill>
              <a:srgbClr val="4939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7" name="ïsḷîďè"/>
            <p:cNvSpPr/>
            <p:nvPr/>
          </p:nvSpPr>
          <p:spPr bwMode="auto">
            <a:xfrm>
              <a:off x="4941196" y="3788538"/>
              <a:ext cx="390491" cy="680977"/>
            </a:xfrm>
            <a:custGeom>
              <a:avLst/>
              <a:gdLst>
                <a:gd name="T0" fmla="*/ 67 w 79"/>
                <a:gd name="T1" fmla="*/ 65 h 138"/>
                <a:gd name="T2" fmla="*/ 66 w 79"/>
                <a:gd name="T3" fmla="*/ 49 h 138"/>
                <a:gd name="T4" fmla="*/ 66 w 79"/>
                <a:gd name="T5" fmla="*/ 27 h 138"/>
                <a:gd name="T6" fmla="*/ 46 w 79"/>
                <a:gd name="T7" fmla="*/ 5 h 138"/>
                <a:gd name="T8" fmla="*/ 46 w 79"/>
                <a:gd name="T9" fmla="*/ 3 h 138"/>
                <a:gd name="T10" fmla="*/ 42 w 79"/>
                <a:gd name="T11" fmla="*/ 0 h 138"/>
                <a:gd name="T12" fmla="*/ 29 w 79"/>
                <a:gd name="T13" fmla="*/ 5 h 138"/>
                <a:gd name="T14" fmla="*/ 17 w 79"/>
                <a:gd name="T15" fmla="*/ 20 h 138"/>
                <a:gd name="T16" fmla="*/ 5 w 79"/>
                <a:gd name="T17" fmla="*/ 53 h 138"/>
                <a:gd name="T18" fmla="*/ 9 w 79"/>
                <a:gd name="T19" fmla="*/ 84 h 138"/>
                <a:gd name="T20" fmla="*/ 0 w 79"/>
                <a:gd name="T21" fmla="*/ 112 h 138"/>
                <a:gd name="T22" fmla="*/ 33 w 79"/>
                <a:gd name="T23" fmla="*/ 135 h 138"/>
                <a:gd name="T24" fmla="*/ 79 w 79"/>
                <a:gd name="T25" fmla="*/ 113 h 138"/>
                <a:gd name="T26" fmla="*/ 65 w 79"/>
                <a:gd name="T27" fmla="*/ 86 h 138"/>
                <a:gd name="T28" fmla="*/ 67 w 79"/>
                <a:gd name="T29" fmla="*/ 65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9" h="138">
                  <a:moveTo>
                    <a:pt x="67" y="65"/>
                  </a:moveTo>
                  <a:cubicBezTo>
                    <a:pt x="65" y="61"/>
                    <a:pt x="66" y="49"/>
                    <a:pt x="66" y="49"/>
                  </a:cubicBezTo>
                  <a:cubicBezTo>
                    <a:pt x="66" y="49"/>
                    <a:pt x="72" y="42"/>
                    <a:pt x="66" y="27"/>
                  </a:cubicBezTo>
                  <a:cubicBezTo>
                    <a:pt x="63" y="21"/>
                    <a:pt x="46" y="5"/>
                    <a:pt x="46" y="5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10" y="80"/>
                    <a:pt x="9" y="84"/>
                  </a:cubicBezTo>
                  <a:cubicBezTo>
                    <a:pt x="8" y="89"/>
                    <a:pt x="0" y="112"/>
                    <a:pt x="0" y="112"/>
                  </a:cubicBezTo>
                  <a:cubicBezTo>
                    <a:pt x="0" y="112"/>
                    <a:pt x="10" y="133"/>
                    <a:pt x="33" y="135"/>
                  </a:cubicBezTo>
                  <a:cubicBezTo>
                    <a:pt x="57" y="138"/>
                    <a:pt x="79" y="113"/>
                    <a:pt x="79" y="113"/>
                  </a:cubicBezTo>
                  <a:cubicBezTo>
                    <a:pt x="79" y="113"/>
                    <a:pt x="66" y="94"/>
                    <a:pt x="65" y="86"/>
                  </a:cubicBezTo>
                  <a:cubicBezTo>
                    <a:pt x="65" y="81"/>
                    <a:pt x="66" y="71"/>
                    <a:pt x="67" y="65"/>
                  </a:cubicBezTo>
                  <a:close/>
                </a:path>
              </a:pathLst>
            </a:custGeom>
            <a:solidFill>
              <a:srgbClr val="D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8" name="ïṡlïḍè"/>
            <p:cNvSpPr/>
            <p:nvPr/>
          </p:nvSpPr>
          <p:spPr bwMode="auto">
            <a:xfrm>
              <a:off x="5060248" y="3688534"/>
              <a:ext cx="119052" cy="164292"/>
            </a:xfrm>
            <a:custGeom>
              <a:avLst/>
              <a:gdLst>
                <a:gd name="T0" fmla="*/ 19 w 24"/>
                <a:gd name="T1" fmla="*/ 7 h 33"/>
                <a:gd name="T2" fmla="*/ 2 w 24"/>
                <a:gd name="T3" fmla="*/ 0 h 33"/>
                <a:gd name="T4" fmla="*/ 2 w 24"/>
                <a:gd name="T5" fmla="*/ 0 h 33"/>
                <a:gd name="T6" fmla="*/ 2 w 24"/>
                <a:gd name="T7" fmla="*/ 14 h 33"/>
                <a:gd name="T8" fmla="*/ 0 w 24"/>
                <a:gd name="T9" fmla="*/ 16 h 33"/>
                <a:gd name="T10" fmla="*/ 20 w 24"/>
                <a:gd name="T11" fmla="*/ 33 h 33"/>
                <a:gd name="T12" fmla="*/ 24 w 24"/>
                <a:gd name="T13" fmla="*/ 19 h 33"/>
                <a:gd name="T14" fmla="*/ 19 w 24"/>
                <a:gd name="T15" fmla="*/ 15 h 33"/>
                <a:gd name="T16" fmla="*/ 19 w 24"/>
                <a:gd name="T17" fmla="*/ 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33">
                  <a:moveTo>
                    <a:pt x="19" y="7"/>
                  </a:moveTo>
                  <a:cubicBezTo>
                    <a:pt x="11" y="6"/>
                    <a:pt x="5" y="3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2"/>
                    <a:pt x="2" y="14"/>
                  </a:cubicBezTo>
                  <a:cubicBezTo>
                    <a:pt x="1" y="15"/>
                    <a:pt x="0" y="16"/>
                    <a:pt x="0" y="16"/>
                  </a:cubicBezTo>
                  <a:cubicBezTo>
                    <a:pt x="0" y="16"/>
                    <a:pt x="8" y="29"/>
                    <a:pt x="20" y="33"/>
                  </a:cubicBezTo>
                  <a:cubicBezTo>
                    <a:pt x="20" y="33"/>
                    <a:pt x="22" y="27"/>
                    <a:pt x="24" y="19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9" y="7"/>
                  </a:lnTo>
                  <a:close/>
                </a:path>
              </a:pathLst>
            </a:custGeom>
            <a:solidFill>
              <a:srgbClr val="FFD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9" name="îş1íďé"/>
            <p:cNvSpPr/>
            <p:nvPr/>
          </p:nvSpPr>
          <p:spPr bwMode="auto">
            <a:xfrm>
              <a:off x="5169775" y="3783775"/>
              <a:ext cx="416683" cy="657167"/>
            </a:xfrm>
            <a:custGeom>
              <a:avLst/>
              <a:gdLst>
                <a:gd name="T0" fmla="*/ 2 w 84"/>
                <a:gd name="T1" fmla="*/ 0 h 133"/>
                <a:gd name="T2" fmla="*/ 26 w 84"/>
                <a:gd name="T3" fmla="*/ 14 h 133"/>
                <a:gd name="T4" fmla="*/ 48 w 84"/>
                <a:gd name="T5" fmla="*/ 86 h 133"/>
                <a:gd name="T6" fmla="*/ 84 w 84"/>
                <a:gd name="T7" fmla="*/ 120 h 133"/>
                <a:gd name="T8" fmla="*/ 74 w 84"/>
                <a:gd name="T9" fmla="*/ 133 h 133"/>
                <a:gd name="T10" fmla="*/ 35 w 84"/>
                <a:gd name="T11" fmla="*/ 101 h 133"/>
                <a:gd name="T12" fmla="*/ 21 w 84"/>
                <a:gd name="T13" fmla="*/ 66 h 133"/>
                <a:gd name="T14" fmla="*/ 20 w 84"/>
                <a:gd name="T15" fmla="*/ 50 h 133"/>
                <a:gd name="T16" fmla="*/ 20 w 84"/>
                <a:gd name="T17" fmla="*/ 28 h 133"/>
                <a:gd name="T18" fmla="*/ 0 w 84"/>
                <a:gd name="T19" fmla="*/ 6 h 133"/>
                <a:gd name="T20" fmla="*/ 2 w 84"/>
                <a:gd name="T2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" h="133">
                  <a:moveTo>
                    <a:pt x="2" y="0"/>
                  </a:moveTo>
                  <a:cubicBezTo>
                    <a:pt x="2" y="0"/>
                    <a:pt x="17" y="5"/>
                    <a:pt x="26" y="14"/>
                  </a:cubicBezTo>
                  <a:cubicBezTo>
                    <a:pt x="34" y="24"/>
                    <a:pt x="45" y="78"/>
                    <a:pt x="48" y="86"/>
                  </a:cubicBezTo>
                  <a:cubicBezTo>
                    <a:pt x="51" y="94"/>
                    <a:pt x="84" y="120"/>
                    <a:pt x="84" y="120"/>
                  </a:cubicBezTo>
                  <a:cubicBezTo>
                    <a:pt x="84" y="120"/>
                    <a:pt x="78" y="132"/>
                    <a:pt x="74" y="133"/>
                  </a:cubicBezTo>
                  <a:cubicBezTo>
                    <a:pt x="74" y="133"/>
                    <a:pt x="45" y="114"/>
                    <a:pt x="35" y="101"/>
                  </a:cubicBezTo>
                  <a:cubicBezTo>
                    <a:pt x="35" y="101"/>
                    <a:pt x="23" y="72"/>
                    <a:pt x="21" y="66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6" y="43"/>
                    <a:pt x="20" y="28"/>
                  </a:cubicBezTo>
                  <a:cubicBezTo>
                    <a:pt x="17" y="22"/>
                    <a:pt x="0" y="6"/>
                    <a:pt x="0" y="6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6D3A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0" name="íŝ1îḓé"/>
            <p:cNvSpPr/>
            <p:nvPr/>
          </p:nvSpPr>
          <p:spPr bwMode="auto">
            <a:xfrm>
              <a:off x="5019769" y="4217125"/>
              <a:ext cx="145244" cy="80955"/>
            </a:xfrm>
            <a:custGeom>
              <a:avLst/>
              <a:gdLst>
                <a:gd name="T0" fmla="*/ 0 w 29"/>
                <a:gd name="T1" fmla="*/ 0 h 16"/>
                <a:gd name="T2" fmla="*/ 6 w 29"/>
                <a:gd name="T3" fmla="*/ 6 h 16"/>
                <a:gd name="T4" fmla="*/ 13 w 29"/>
                <a:gd name="T5" fmla="*/ 10 h 16"/>
                <a:gd name="T6" fmla="*/ 21 w 29"/>
                <a:gd name="T7" fmla="*/ 14 h 16"/>
                <a:gd name="T8" fmla="*/ 29 w 29"/>
                <a:gd name="T9" fmla="*/ 16 h 16"/>
                <a:gd name="T10" fmla="*/ 20 w 29"/>
                <a:gd name="T11" fmla="*/ 16 h 16"/>
                <a:gd name="T12" fmla="*/ 12 w 29"/>
                <a:gd name="T13" fmla="*/ 12 h 16"/>
                <a:gd name="T14" fmla="*/ 5 w 29"/>
                <a:gd name="T15" fmla="*/ 7 h 16"/>
                <a:gd name="T16" fmla="*/ 0 w 29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6">
                  <a:moveTo>
                    <a:pt x="0" y="0"/>
                  </a:moveTo>
                  <a:cubicBezTo>
                    <a:pt x="2" y="2"/>
                    <a:pt x="4" y="4"/>
                    <a:pt x="6" y="6"/>
                  </a:cubicBezTo>
                  <a:cubicBezTo>
                    <a:pt x="9" y="7"/>
                    <a:pt x="11" y="9"/>
                    <a:pt x="13" y="10"/>
                  </a:cubicBezTo>
                  <a:cubicBezTo>
                    <a:pt x="16" y="12"/>
                    <a:pt x="18" y="13"/>
                    <a:pt x="21" y="14"/>
                  </a:cubicBezTo>
                  <a:cubicBezTo>
                    <a:pt x="23" y="15"/>
                    <a:pt x="26" y="15"/>
                    <a:pt x="29" y="16"/>
                  </a:cubicBezTo>
                  <a:cubicBezTo>
                    <a:pt x="26" y="16"/>
                    <a:pt x="23" y="16"/>
                    <a:pt x="20" y="16"/>
                  </a:cubicBezTo>
                  <a:cubicBezTo>
                    <a:pt x="17" y="15"/>
                    <a:pt x="15" y="14"/>
                    <a:pt x="12" y="12"/>
                  </a:cubicBezTo>
                  <a:cubicBezTo>
                    <a:pt x="10" y="11"/>
                    <a:pt x="7" y="9"/>
                    <a:pt x="5" y="7"/>
                  </a:cubicBezTo>
                  <a:cubicBezTo>
                    <a:pt x="3" y="5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AE9E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1" name="iŝ1íḍê"/>
            <p:cNvSpPr/>
            <p:nvPr/>
          </p:nvSpPr>
          <p:spPr bwMode="auto">
            <a:xfrm>
              <a:off x="5100725" y="4248079"/>
              <a:ext cx="128576" cy="14286"/>
            </a:xfrm>
            <a:custGeom>
              <a:avLst/>
              <a:gdLst>
                <a:gd name="T0" fmla="*/ 0 w 26"/>
                <a:gd name="T1" fmla="*/ 0 h 3"/>
                <a:gd name="T2" fmla="*/ 13 w 26"/>
                <a:gd name="T3" fmla="*/ 1 h 3"/>
                <a:gd name="T4" fmla="*/ 26 w 26"/>
                <a:gd name="T5" fmla="*/ 1 h 3"/>
                <a:gd name="T6" fmla="*/ 13 w 26"/>
                <a:gd name="T7" fmla="*/ 3 h 3"/>
                <a:gd name="T8" fmla="*/ 6 w 26"/>
                <a:gd name="T9" fmla="*/ 2 h 3"/>
                <a:gd name="T10" fmla="*/ 0 w 26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3">
                  <a:moveTo>
                    <a:pt x="0" y="0"/>
                  </a:moveTo>
                  <a:cubicBezTo>
                    <a:pt x="4" y="0"/>
                    <a:pt x="9" y="0"/>
                    <a:pt x="13" y="1"/>
                  </a:cubicBezTo>
                  <a:cubicBezTo>
                    <a:pt x="17" y="1"/>
                    <a:pt x="22" y="1"/>
                    <a:pt x="26" y="1"/>
                  </a:cubicBezTo>
                  <a:cubicBezTo>
                    <a:pt x="22" y="3"/>
                    <a:pt x="17" y="3"/>
                    <a:pt x="13" y="3"/>
                  </a:cubicBezTo>
                  <a:cubicBezTo>
                    <a:pt x="11" y="3"/>
                    <a:pt x="8" y="2"/>
                    <a:pt x="6" y="2"/>
                  </a:cubicBezTo>
                  <a:cubicBezTo>
                    <a:pt x="4" y="1"/>
                    <a:pt x="2" y="1"/>
                    <a:pt x="0" y="0"/>
                  </a:cubicBezTo>
                  <a:close/>
                </a:path>
              </a:pathLst>
            </a:custGeom>
            <a:solidFill>
              <a:srgbClr val="AE9E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2" name="ísliḓe"/>
            <p:cNvSpPr/>
            <p:nvPr/>
          </p:nvSpPr>
          <p:spPr bwMode="auto">
            <a:xfrm>
              <a:off x="4753093" y="4362369"/>
              <a:ext cx="540497" cy="266676"/>
            </a:xfrm>
            <a:custGeom>
              <a:avLst/>
              <a:gdLst>
                <a:gd name="T0" fmla="*/ 27 w 109"/>
                <a:gd name="T1" fmla="*/ 0 h 54"/>
                <a:gd name="T2" fmla="*/ 4 w 109"/>
                <a:gd name="T3" fmla="*/ 8 h 54"/>
                <a:gd name="T4" fmla="*/ 9 w 109"/>
                <a:gd name="T5" fmla="*/ 37 h 54"/>
                <a:gd name="T6" fmla="*/ 104 w 109"/>
                <a:gd name="T7" fmla="*/ 53 h 54"/>
                <a:gd name="T8" fmla="*/ 108 w 109"/>
                <a:gd name="T9" fmla="*/ 35 h 54"/>
                <a:gd name="T10" fmla="*/ 73 w 109"/>
                <a:gd name="T11" fmla="*/ 22 h 54"/>
                <a:gd name="T12" fmla="*/ 44 w 109"/>
                <a:gd name="T13" fmla="*/ 11 h 54"/>
                <a:gd name="T14" fmla="*/ 36 w 109"/>
                <a:gd name="T15" fmla="*/ 8 h 54"/>
                <a:gd name="T16" fmla="*/ 27 w 109"/>
                <a:gd name="T1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" h="54">
                  <a:moveTo>
                    <a:pt x="27" y="0"/>
                  </a:moveTo>
                  <a:cubicBezTo>
                    <a:pt x="27" y="0"/>
                    <a:pt x="9" y="0"/>
                    <a:pt x="4" y="8"/>
                  </a:cubicBezTo>
                  <a:cubicBezTo>
                    <a:pt x="0" y="16"/>
                    <a:pt x="1" y="32"/>
                    <a:pt x="9" y="37"/>
                  </a:cubicBezTo>
                  <a:cubicBezTo>
                    <a:pt x="17" y="42"/>
                    <a:pt x="87" y="54"/>
                    <a:pt x="104" y="53"/>
                  </a:cubicBezTo>
                  <a:cubicBezTo>
                    <a:pt x="104" y="53"/>
                    <a:pt x="109" y="45"/>
                    <a:pt x="108" y="35"/>
                  </a:cubicBezTo>
                  <a:cubicBezTo>
                    <a:pt x="108" y="35"/>
                    <a:pt x="89" y="29"/>
                    <a:pt x="73" y="22"/>
                  </a:cubicBezTo>
                  <a:cubicBezTo>
                    <a:pt x="58" y="16"/>
                    <a:pt x="44" y="11"/>
                    <a:pt x="44" y="11"/>
                  </a:cubicBezTo>
                  <a:cubicBezTo>
                    <a:pt x="36" y="8"/>
                    <a:pt x="36" y="8"/>
                    <a:pt x="36" y="8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361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3" name="iṧḷîḋê"/>
            <p:cNvSpPr/>
            <p:nvPr/>
          </p:nvSpPr>
          <p:spPr bwMode="auto">
            <a:xfrm>
              <a:off x="4945958" y="4340939"/>
              <a:ext cx="530973" cy="292869"/>
            </a:xfrm>
            <a:custGeom>
              <a:avLst/>
              <a:gdLst>
                <a:gd name="T0" fmla="*/ 79 w 107"/>
                <a:gd name="T1" fmla="*/ 0 h 59"/>
                <a:gd name="T2" fmla="*/ 102 w 107"/>
                <a:gd name="T3" fmla="*/ 7 h 59"/>
                <a:gd name="T4" fmla="*/ 100 w 107"/>
                <a:gd name="T5" fmla="*/ 36 h 59"/>
                <a:gd name="T6" fmla="*/ 6 w 107"/>
                <a:gd name="T7" fmla="*/ 59 h 59"/>
                <a:gd name="T8" fmla="*/ 0 w 107"/>
                <a:gd name="T9" fmla="*/ 41 h 59"/>
                <a:gd name="T10" fmla="*/ 34 w 107"/>
                <a:gd name="T11" fmla="*/ 26 h 59"/>
                <a:gd name="T12" fmla="*/ 63 w 107"/>
                <a:gd name="T13" fmla="*/ 13 h 59"/>
                <a:gd name="T14" fmla="*/ 71 w 107"/>
                <a:gd name="T15" fmla="*/ 9 h 59"/>
                <a:gd name="T16" fmla="*/ 79 w 107"/>
                <a:gd name="T1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7" h="59">
                  <a:moveTo>
                    <a:pt x="79" y="0"/>
                  </a:moveTo>
                  <a:cubicBezTo>
                    <a:pt x="79" y="0"/>
                    <a:pt x="97" y="0"/>
                    <a:pt x="102" y="7"/>
                  </a:cubicBezTo>
                  <a:cubicBezTo>
                    <a:pt x="107" y="15"/>
                    <a:pt x="107" y="31"/>
                    <a:pt x="100" y="36"/>
                  </a:cubicBezTo>
                  <a:cubicBezTo>
                    <a:pt x="92" y="42"/>
                    <a:pt x="22" y="59"/>
                    <a:pt x="6" y="59"/>
                  </a:cubicBezTo>
                  <a:cubicBezTo>
                    <a:pt x="6" y="59"/>
                    <a:pt x="0" y="52"/>
                    <a:pt x="0" y="41"/>
                  </a:cubicBezTo>
                  <a:cubicBezTo>
                    <a:pt x="0" y="41"/>
                    <a:pt x="19" y="34"/>
                    <a:pt x="34" y="26"/>
                  </a:cubicBezTo>
                  <a:cubicBezTo>
                    <a:pt x="49" y="19"/>
                    <a:pt x="63" y="13"/>
                    <a:pt x="63" y="13"/>
                  </a:cubicBezTo>
                  <a:cubicBezTo>
                    <a:pt x="71" y="9"/>
                    <a:pt x="71" y="9"/>
                    <a:pt x="71" y="9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rgbClr val="361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4" name="is1ïḓé"/>
            <p:cNvSpPr/>
            <p:nvPr/>
          </p:nvSpPr>
          <p:spPr bwMode="auto">
            <a:xfrm>
              <a:off x="4972148" y="4357607"/>
              <a:ext cx="147624" cy="161911"/>
            </a:xfrm>
            <a:custGeom>
              <a:avLst/>
              <a:gdLst>
                <a:gd name="T0" fmla="*/ 6 w 30"/>
                <a:gd name="T1" fmla="*/ 0 h 33"/>
                <a:gd name="T2" fmla="*/ 19 w 30"/>
                <a:gd name="T3" fmla="*/ 7 h 33"/>
                <a:gd name="T4" fmla="*/ 29 w 30"/>
                <a:gd name="T5" fmla="*/ 19 h 33"/>
                <a:gd name="T6" fmla="*/ 28 w 30"/>
                <a:gd name="T7" fmla="*/ 23 h 33"/>
                <a:gd name="T8" fmla="*/ 29 w 30"/>
                <a:gd name="T9" fmla="*/ 30 h 33"/>
                <a:gd name="T10" fmla="*/ 25 w 30"/>
                <a:gd name="T11" fmla="*/ 30 h 33"/>
                <a:gd name="T12" fmla="*/ 22 w 30"/>
                <a:gd name="T13" fmla="*/ 23 h 33"/>
                <a:gd name="T14" fmla="*/ 22 w 30"/>
                <a:gd name="T15" fmla="*/ 31 h 33"/>
                <a:gd name="T16" fmla="*/ 19 w 30"/>
                <a:gd name="T17" fmla="*/ 32 h 33"/>
                <a:gd name="T18" fmla="*/ 16 w 30"/>
                <a:gd name="T19" fmla="*/ 23 h 33"/>
                <a:gd name="T20" fmla="*/ 15 w 30"/>
                <a:gd name="T21" fmla="*/ 28 h 33"/>
                <a:gd name="T22" fmla="*/ 11 w 30"/>
                <a:gd name="T23" fmla="*/ 26 h 33"/>
                <a:gd name="T24" fmla="*/ 8 w 30"/>
                <a:gd name="T25" fmla="*/ 20 h 33"/>
                <a:gd name="T26" fmla="*/ 0 w 30"/>
                <a:gd name="T27" fmla="*/ 8 h 33"/>
                <a:gd name="T28" fmla="*/ 6 w 30"/>
                <a:gd name="T2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" h="33">
                  <a:moveTo>
                    <a:pt x="6" y="0"/>
                  </a:moveTo>
                  <a:cubicBezTo>
                    <a:pt x="6" y="0"/>
                    <a:pt x="16" y="6"/>
                    <a:pt x="19" y="7"/>
                  </a:cubicBezTo>
                  <a:cubicBezTo>
                    <a:pt x="22" y="9"/>
                    <a:pt x="29" y="17"/>
                    <a:pt x="29" y="19"/>
                  </a:cubicBezTo>
                  <a:cubicBezTo>
                    <a:pt x="30" y="21"/>
                    <a:pt x="29" y="23"/>
                    <a:pt x="28" y="23"/>
                  </a:cubicBezTo>
                  <a:cubicBezTo>
                    <a:pt x="28" y="23"/>
                    <a:pt x="30" y="29"/>
                    <a:pt x="29" y="30"/>
                  </a:cubicBezTo>
                  <a:cubicBezTo>
                    <a:pt x="27" y="32"/>
                    <a:pt x="26" y="32"/>
                    <a:pt x="25" y="30"/>
                  </a:cubicBezTo>
                  <a:cubicBezTo>
                    <a:pt x="24" y="29"/>
                    <a:pt x="23" y="24"/>
                    <a:pt x="22" y="23"/>
                  </a:cubicBezTo>
                  <a:cubicBezTo>
                    <a:pt x="22" y="23"/>
                    <a:pt x="23" y="29"/>
                    <a:pt x="22" y="31"/>
                  </a:cubicBezTo>
                  <a:cubicBezTo>
                    <a:pt x="22" y="32"/>
                    <a:pt x="20" y="33"/>
                    <a:pt x="19" y="32"/>
                  </a:cubicBezTo>
                  <a:cubicBezTo>
                    <a:pt x="18" y="32"/>
                    <a:pt x="17" y="25"/>
                    <a:pt x="16" y="23"/>
                  </a:cubicBezTo>
                  <a:cubicBezTo>
                    <a:pt x="16" y="23"/>
                    <a:pt x="17" y="28"/>
                    <a:pt x="15" y="28"/>
                  </a:cubicBezTo>
                  <a:cubicBezTo>
                    <a:pt x="14" y="29"/>
                    <a:pt x="13" y="29"/>
                    <a:pt x="11" y="26"/>
                  </a:cubicBezTo>
                  <a:cubicBezTo>
                    <a:pt x="10" y="24"/>
                    <a:pt x="10" y="21"/>
                    <a:pt x="8" y="20"/>
                  </a:cubicBezTo>
                  <a:cubicBezTo>
                    <a:pt x="6" y="18"/>
                    <a:pt x="2" y="13"/>
                    <a:pt x="0" y="8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FD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5" name="íśļîḋé"/>
            <p:cNvSpPr/>
            <p:nvPr/>
          </p:nvSpPr>
          <p:spPr bwMode="auto">
            <a:xfrm>
              <a:off x="5088820" y="4426656"/>
              <a:ext cx="21430" cy="42859"/>
            </a:xfrm>
            <a:custGeom>
              <a:avLst/>
              <a:gdLst>
                <a:gd name="T0" fmla="*/ 4 w 4"/>
                <a:gd name="T1" fmla="*/ 9 h 9"/>
                <a:gd name="T2" fmla="*/ 2 w 4"/>
                <a:gd name="T3" fmla="*/ 4 h 9"/>
                <a:gd name="T4" fmla="*/ 0 w 4"/>
                <a:gd name="T5" fmla="*/ 0 h 9"/>
                <a:gd name="T6" fmla="*/ 1 w 4"/>
                <a:gd name="T7" fmla="*/ 5 h 9"/>
                <a:gd name="T8" fmla="*/ 4 w 4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9">
                  <a:moveTo>
                    <a:pt x="4" y="9"/>
                  </a:moveTo>
                  <a:cubicBezTo>
                    <a:pt x="3" y="7"/>
                    <a:pt x="3" y="6"/>
                    <a:pt x="2" y="4"/>
                  </a:cubicBezTo>
                  <a:cubicBezTo>
                    <a:pt x="2" y="3"/>
                    <a:pt x="1" y="1"/>
                    <a:pt x="0" y="0"/>
                  </a:cubicBezTo>
                  <a:cubicBezTo>
                    <a:pt x="0" y="2"/>
                    <a:pt x="1" y="3"/>
                    <a:pt x="1" y="5"/>
                  </a:cubicBezTo>
                  <a:cubicBezTo>
                    <a:pt x="2" y="6"/>
                    <a:pt x="3" y="7"/>
                    <a:pt x="4" y="9"/>
                  </a:cubicBezTo>
                  <a:close/>
                </a:path>
              </a:pathLst>
            </a:custGeom>
            <a:solidFill>
              <a:srgbClr val="F7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6" name="îsľiḑe"/>
            <p:cNvSpPr/>
            <p:nvPr/>
          </p:nvSpPr>
          <p:spPr bwMode="auto">
            <a:xfrm>
              <a:off x="5065010" y="4431418"/>
              <a:ext cx="14286" cy="38097"/>
            </a:xfrm>
            <a:custGeom>
              <a:avLst/>
              <a:gdLst>
                <a:gd name="T0" fmla="*/ 3 w 3"/>
                <a:gd name="T1" fmla="*/ 8 h 8"/>
                <a:gd name="T2" fmla="*/ 2 w 3"/>
                <a:gd name="T3" fmla="*/ 4 h 8"/>
                <a:gd name="T4" fmla="*/ 0 w 3"/>
                <a:gd name="T5" fmla="*/ 0 h 8"/>
                <a:gd name="T6" fmla="*/ 1 w 3"/>
                <a:gd name="T7" fmla="*/ 4 h 8"/>
                <a:gd name="T8" fmla="*/ 3 w 3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8">
                  <a:moveTo>
                    <a:pt x="3" y="8"/>
                  </a:moveTo>
                  <a:cubicBezTo>
                    <a:pt x="3" y="7"/>
                    <a:pt x="2" y="5"/>
                    <a:pt x="2" y="4"/>
                  </a:cubicBezTo>
                  <a:cubicBezTo>
                    <a:pt x="1" y="2"/>
                    <a:pt x="1" y="1"/>
                    <a:pt x="0" y="0"/>
                  </a:cubicBezTo>
                  <a:cubicBezTo>
                    <a:pt x="0" y="1"/>
                    <a:pt x="0" y="3"/>
                    <a:pt x="1" y="4"/>
                  </a:cubicBezTo>
                  <a:cubicBezTo>
                    <a:pt x="1" y="5"/>
                    <a:pt x="2" y="7"/>
                    <a:pt x="3" y="8"/>
                  </a:cubicBezTo>
                  <a:close/>
                </a:path>
              </a:pathLst>
            </a:custGeom>
            <a:solidFill>
              <a:srgbClr val="F7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7" name="iṥḻíḍè"/>
            <p:cNvSpPr/>
            <p:nvPr/>
          </p:nvSpPr>
          <p:spPr bwMode="auto">
            <a:xfrm>
              <a:off x="4807857" y="3767109"/>
              <a:ext cx="280963" cy="647643"/>
            </a:xfrm>
            <a:custGeom>
              <a:avLst/>
              <a:gdLst>
                <a:gd name="T0" fmla="*/ 51 w 57"/>
                <a:gd name="T1" fmla="*/ 0 h 131"/>
                <a:gd name="T2" fmla="*/ 20 w 57"/>
                <a:gd name="T3" fmla="*/ 20 h 131"/>
                <a:gd name="T4" fmla="*/ 1 w 57"/>
                <a:gd name="T5" fmla="*/ 98 h 131"/>
                <a:gd name="T6" fmla="*/ 25 w 57"/>
                <a:gd name="T7" fmla="*/ 128 h 131"/>
                <a:gd name="T8" fmla="*/ 33 w 57"/>
                <a:gd name="T9" fmla="*/ 131 h 131"/>
                <a:gd name="T10" fmla="*/ 43 w 57"/>
                <a:gd name="T11" fmla="*/ 120 h 131"/>
                <a:gd name="T12" fmla="*/ 21 w 57"/>
                <a:gd name="T13" fmla="*/ 96 h 131"/>
                <a:gd name="T14" fmla="*/ 30 w 57"/>
                <a:gd name="T15" fmla="*/ 66 h 131"/>
                <a:gd name="T16" fmla="*/ 44 w 57"/>
                <a:gd name="T17" fmla="*/ 24 h 131"/>
                <a:gd name="T18" fmla="*/ 57 w 57"/>
                <a:gd name="T19" fmla="*/ 8 h 131"/>
                <a:gd name="T20" fmla="*/ 51 w 57"/>
                <a:gd name="T21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131">
                  <a:moveTo>
                    <a:pt x="51" y="0"/>
                  </a:moveTo>
                  <a:cubicBezTo>
                    <a:pt x="51" y="0"/>
                    <a:pt x="23" y="12"/>
                    <a:pt x="20" y="20"/>
                  </a:cubicBezTo>
                  <a:cubicBezTo>
                    <a:pt x="17" y="29"/>
                    <a:pt x="2" y="88"/>
                    <a:pt x="1" y="98"/>
                  </a:cubicBezTo>
                  <a:cubicBezTo>
                    <a:pt x="0" y="108"/>
                    <a:pt x="25" y="128"/>
                    <a:pt x="25" y="128"/>
                  </a:cubicBezTo>
                  <a:cubicBezTo>
                    <a:pt x="33" y="131"/>
                    <a:pt x="33" y="131"/>
                    <a:pt x="33" y="131"/>
                  </a:cubicBezTo>
                  <a:cubicBezTo>
                    <a:pt x="43" y="120"/>
                    <a:pt x="43" y="120"/>
                    <a:pt x="43" y="120"/>
                  </a:cubicBezTo>
                  <a:cubicBezTo>
                    <a:pt x="43" y="120"/>
                    <a:pt x="32" y="106"/>
                    <a:pt x="21" y="96"/>
                  </a:cubicBezTo>
                  <a:cubicBezTo>
                    <a:pt x="30" y="66"/>
                    <a:pt x="30" y="66"/>
                    <a:pt x="30" y="66"/>
                  </a:cubicBezTo>
                  <a:cubicBezTo>
                    <a:pt x="30" y="66"/>
                    <a:pt x="40" y="30"/>
                    <a:pt x="44" y="24"/>
                  </a:cubicBezTo>
                  <a:cubicBezTo>
                    <a:pt x="48" y="18"/>
                    <a:pt x="57" y="8"/>
                    <a:pt x="57" y="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6D3A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8" name="iṡlïḍe"/>
            <p:cNvSpPr/>
            <p:nvPr/>
          </p:nvSpPr>
          <p:spPr bwMode="auto">
            <a:xfrm>
              <a:off x="5041199" y="4445704"/>
              <a:ext cx="9524" cy="23810"/>
            </a:xfrm>
            <a:custGeom>
              <a:avLst/>
              <a:gdLst>
                <a:gd name="T0" fmla="*/ 2 w 2"/>
                <a:gd name="T1" fmla="*/ 5 h 5"/>
                <a:gd name="T2" fmla="*/ 1 w 2"/>
                <a:gd name="T3" fmla="*/ 3 h 5"/>
                <a:gd name="T4" fmla="*/ 0 w 2"/>
                <a:gd name="T5" fmla="*/ 0 h 5"/>
                <a:gd name="T6" fmla="*/ 0 w 2"/>
                <a:gd name="T7" fmla="*/ 3 h 5"/>
                <a:gd name="T8" fmla="*/ 2 w 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5">
                  <a:moveTo>
                    <a:pt x="2" y="5"/>
                  </a:moveTo>
                  <a:cubicBezTo>
                    <a:pt x="2" y="4"/>
                    <a:pt x="2" y="3"/>
                    <a:pt x="1" y="3"/>
                  </a:cubicBezTo>
                  <a:cubicBezTo>
                    <a:pt x="1" y="2"/>
                    <a:pt x="1" y="1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1" y="4"/>
                    <a:pt x="1" y="5"/>
                    <a:pt x="2" y="5"/>
                  </a:cubicBezTo>
                  <a:close/>
                </a:path>
              </a:pathLst>
            </a:custGeom>
            <a:solidFill>
              <a:srgbClr val="F7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9" name="ïṣľiḍé"/>
            <p:cNvSpPr/>
            <p:nvPr/>
          </p:nvSpPr>
          <p:spPr bwMode="auto">
            <a:xfrm>
              <a:off x="4738806" y="4555232"/>
              <a:ext cx="233342" cy="183341"/>
            </a:xfrm>
            <a:custGeom>
              <a:avLst/>
              <a:gdLst>
                <a:gd name="T0" fmla="*/ 42 w 47"/>
                <a:gd name="T1" fmla="*/ 0 h 37"/>
                <a:gd name="T2" fmla="*/ 31 w 47"/>
                <a:gd name="T3" fmla="*/ 4 h 37"/>
                <a:gd name="T4" fmla="*/ 27 w 47"/>
                <a:gd name="T5" fmla="*/ 5 h 37"/>
                <a:gd name="T6" fmla="*/ 18 w 47"/>
                <a:gd name="T7" fmla="*/ 9 h 37"/>
                <a:gd name="T8" fmla="*/ 5 w 47"/>
                <a:gd name="T9" fmla="*/ 23 h 37"/>
                <a:gd name="T10" fmla="*/ 4 w 47"/>
                <a:gd name="T11" fmla="*/ 34 h 37"/>
                <a:gd name="T12" fmla="*/ 30 w 47"/>
                <a:gd name="T13" fmla="*/ 19 h 37"/>
                <a:gd name="T14" fmla="*/ 47 w 47"/>
                <a:gd name="T15" fmla="*/ 13 h 37"/>
                <a:gd name="T16" fmla="*/ 42 w 47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37">
                  <a:moveTo>
                    <a:pt x="42" y="0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31" y="4"/>
                    <a:pt x="28" y="4"/>
                    <a:pt x="27" y="5"/>
                  </a:cubicBezTo>
                  <a:cubicBezTo>
                    <a:pt x="26" y="6"/>
                    <a:pt x="20" y="7"/>
                    <a:pt x="18" y="9"/>
                  </a:cubicBezTo>
                  <a:cubicBezTo>
                    <a:pt x="16" y="11"/>
                    <a:pt x="10" y="18"/>
                    <a:pt x="5" y="23"/>
                  </a:cubicBezTo>
                  <a:cubicBezTo>
                    <a:pt x="1" y="27"/>
                    <a:pt x="0" y="31"/>
                    <a:pt x="4" y="34"/>
                  </a:cubicBezTo>
                  <a:cubicBezTo>
                    <a:pt x="9" y="37"/>
                    <a:pt x="22" y="22"/>
                    <a:pt x="30" y="19"/>
                  </a:cubicBezTo>
                  <a:cubicBezTo>
                    <a:pt x="37" y="15"/>
                    <a:pt x="47" y="13"/>
                    <a:pt x="47" y="13"/>
                  </a:cubicBezTo>
                  <a:cubicBezTo>
                    <a:pt x="47" y="13"/>
                    <a:pt x="43" y="8"/>
                    <a:pt x="42" y="0"/>
                  </a:cubicBezTo>
                  <a:close/>
                </a:path>
              </a:pathLst>
            </a:custGeom>
            <a:solidFill>
              <a:srgbClr val="FFD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0" name="îsḻîḓe"/>
            <p:cNvSpPr/>
            <p:nvPr/>
          </p:nvSpPr>
          <p:spPr bwMode="auto">
            <a:xfrm>
              <a:off x="4669757" y="4588567"/>
              <a:ext cx="171435" cy="183341"/>
            </a:xfrm>
            <a:custGeom>
              <a:avLst/>
              <a:gdLst>
                <a:gd name="T0" fmla="*/ 18 w 35"/>
                <a:gd name="T1" fmla="*/ 27 h 37"/>
                <a:gd name="T2" fmla="*/ 19 w 35"/>
                <a:gd name="T3" fmla="*/ 16 h 37"/>
                <a:gd name="T4" fmla="*/ 32 w 35"/>
                <a:gd name="T5" fmla="*/ 2 h 37"/>
                <a:gd name="T6" fmla="*/ 35 w 35"/>
                <a:gd name="T7" fmla="*/ 0 h 37"/>
                <a:gd name="T8" fmla="*/ 35 w 35"/>
                <a:gd name="T9" fmla="*/ 0 h 37"/>
                <a:gd name="T10" fmla="*/ 25 w 35"/>
                <a:gd name="T11" fmla="*/ 3 h 37"/>
                <a:gd name="T12" fmla="*/ 11 w 35"/>
                <a:gd name="T13" fmla="*/ 15 h 37"/>
                <a:gd name="T14" fmla="*/ 2 w 35"/>
                <a:gd name="T15" fmla="*/ 31 h 37"/>
                <a:gd name="T16" fmla="*/ 11 w 35"/>
                <a:gd name="T17" fmla="*/ 35 h 37"/>
                <a:gd name="T18" fmla="*/ 22 w 35"/>
                <a:gd name="T19" fmla="*/ 27 h 37"/>
                <a:gd name="T20" fmla="*/ 22 w 35"/>
                <a:gd name="T21" fmla="*/ 27 h 37"/>
                <a:gd name="T22" fmla="*/ 18 w 35"/>
                <a:gd name="T23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5" h="37">
                  <a:moveTo>
                    <a:pt x="18" y="27"/>
                  </a:moveTo>
                  <a:cubicBezTo>
                    <a:pt x="14" y="24"/>
                    <a:pt x="15" y="20"/>
                    <a:pt x="19" y="16"/>
                  </a:cubicBezTo>
                  <a:cubicBezTo>
                    <a:pt x="24" y="11"/>
                    <a:pt x="30" y="4"/>
                    <a:pt x="32" y="2"/>
                  </a:cubicBezTo>
                  <a:cubicBezTo>
                    <a:pt x="33" y="1"/>
                    <a:pt x="34" y="1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1" y="0"/>
                    <a:pt x="25" y="3"/>
                  </a:cubicBezTo>
                  <a:cubicBezTo>
                    <a:pt x="25" y="3"/>
                    <a:pt x="17" y="10"/>
                    <a:pt x="11" y="15"/>
                  </a:cubicBezTo>
                  <a:cubicBezTo>
                    <a:pt x="4" y="21"/>
                    <a:pt x="0" y="27"/>
                    <a:pt x="2" y="31"/>
                  </a:cubicBezTo>
                  <a:cubicBezTo>
                    <a:pt x="3" y="35"/>
                    <a:pt x="6" y="37"/>
                    <a:pt x="11" y="35"/>
                  </a:cubicBezTo>
                  <a:cubicBezTo>
                    <a:pt x="16" y="32"/>
                    <a:pt x="22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1" y="27"/>
                    <a:pt x="19" y="28"/>
                    <a:pt x="18" y="27"/>
                  </a:cubicBezTo>
                  <a:close/>
                </a:path>
              </a:pathLst>
            </a:custGeom>
            <a:solidFill>
              <a:srgbClr val="D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1" name="íṧḷîḑé"/>
            <p:cNvSpPr/>
            <p:nvPr/>
          </p:nvSpPr>
          <p:spPr bwMode="auto">
            <a:xfrm>
              <a:off x="5267397" y="4545708"/>
              <a:ext cx="238104" cy="166673"/>
            </a:xfrm>
            <a:custGeom>
              <a:avLst/>
              <a:gdLst>
                <a:gd name="T0" fmla="*/ 4 w 48"/>
                <a:gd name="T1" fmla="*/ 0 h 34"/>
                <a:gd name="T2" fmla="*/ 15 w 48"/>
                <a:gd name="T3" fmla="*/ 3 h 34"/>
                <a:gd name="T4" fmla="*/ 19 w 48"/>
                <a:gd name="T5" fmla="*/ 3 h 34"/>
                <a:gd name="T6" fmla="*/ 29 w 48"/>
                <a:gd name="T7" fmla="*/ 7 h 34"/>
                <a:gd name="T8" fmla="*/ 42 w 48"/>
                <a:gd name="T9" fmla="*/ 20 h 34"/>
                <a:gd name="T10" fmla="*/ 44 w 48"/>
                <a:gd name="T11" fmla="*/ 31 h 34"/>
                <a:gd name="T12" fmla="*/ 18 w 48"/>
                <a:gd name="T13" fmla="*/ 17 h 34"/>
                <a:gd name="T14" fmla="*/ 0 w 48"/>
                <a:gd name="T15" fmla="*/ 13 h 34"/>
                <a:gd name="T16" fmla="*/ 4 w 48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34">
                  <a:moveTo>
                    <a:pt x="4" y="0"/>
                  </a:move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8" y="2"/>
                    <a:pt x="19" y="3"/>
                  </a:cubicBezTo>
                  <a:cubicBezTo>
                    <a:pt x="21" y="4"/>
                    <a:pt x="27" y="5"/>
                    <a:pt x="29" y="7"/>
                  </a:cubicBezTo>
                  <a:cubicBezTo>
                    <a:pt x="31" y="8"/>
                    <a:pt x="37" y="15"/>
                    <a:pt x="42" y="20"/>
                  </a:cubicBezTo>
                  <a:cubicBezTo>
                    <a:pt x="47" y="24"/>
                    <a:pt x="48" y="28"/>
                    <a:pt x="44" y="31"/>
                  </a:cubicBezTo>
                  <a:cubicBezTo>
                    <a:pt x="40" y="34"/>
                    <a:pt x="26" y="20"/>
                    <a:pt x="18" y="17"/>
                  </a:cubicBezTo>
                  <a:cubicBezTo>
                    <a:pt x="10" y="14"/>
                    <a:pt x="0" y="13"/>
                    <a:pt x="0" y="13"/>
                  </a:cubicBezTo>
                  <a:cubicBezTo>
                    <a:pt x="0" y="13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FFD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2" name="ïşlîḑê"/>
            <p:cNvSpPr/>
            <p:nvPr/>
          </p:nvSpPr>
          <p:spPr bwMode="auto">
            <a:xfrm>
              <a:off x="5088820" y="3702820"/>
              <a:ext cx="66669" cy="40478"/>
            </a:xfrm>
            <a:custGeom>
              <a:avLst/>
              <a:gdLst>
                <a:gd name="T0" fmla="*/ 13 w 13"/>
                <a:gd name="T1" fmla="*/ 4 h 8"/>
                <a:gd name="T2" fmla="*/ 0 w 13"/>
                <a:gd name="T3" fmla="*/ 0 h 8"/>
                <a:gd name="T4" fmla="*/ 13 w 13"/>
                <a:gd name="T5" fmla="*/ 8 h 8"/>
                <a:gd name="T6" fmla="*/ 13 w 13"/>
                <a:gd name="T7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8">
                  <a:moveTo>
                    <a:pt x="13" y="4"/>
                  </a:moveTo>
                  <a:cubicBezTo>
                    <a:pt x="13" y="4"/>
                    <a:pt x="6" y="4"/>
                    <a:pt x="0" y="0"/>
                  </a:cubicBezTo>
                  <a:cubicBezTo>
                    <a:pt x="0" y="0"/>
                    <a:pt x="7" y="7"/>
                    <a:pt x="13" y="8"/>
                  </a:cubicBezTo>
                  <a:lnTo>
                    <a:pt x="13" y="4"/>
                  </a:lnTo>
                  <a:close/>
                </a:path>
              </a:pathLst>
            </a:custGeom>
            <a:solidFill>
              <a:srgbClr val="F7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3" name="iṧḷîďè"/>
            <p:cNvSpPr/>
            <p:nvPr/>
          </p:nvSpPr>
          <p:spPr bwMode="auto">
            <a:xfrm>
              <a:off x="5391211" y="4569519"/>
              <a:ext cx="183341" cy="169055"/>
            </a:xfrm>
            <a:custGeom>
              <a:avLst/>
              <a:gdLst>
                <a:gd name="T0" fmla="*/ 19 w 37"/>
                <a:gd name="T1" fmla="*/ 26 h 34"/>
                <a:gd name="T2" fmla="*/ 17 w 37"/>
                <a:gd name="T3" fmla="*/ 15 h 34"/>
                <a:gd name="T4" fmla="*/ 4 w 37"/>
                <a:gd name="T5" fmla="*/ 2 h 34"/>
                <a:gd name="T6" fmla="*/ 0 w 37"/>
                <a:gd name="T7" fmla="*/ 0 h 34"/>
                <a:gd name="T8" fmla="*/ 0 w 37"/>
                <a:gd name="T9" fmla="*/ 0 h 34"/>
                <a:gd name="T10" fmla="*/ 11 w 37"/>
                <a:gd name="T11" fmla="*/ 2 h 34"/>
                <a:gd name="T12" fmla="*/ 26 w 37"/>
                <a:gd name="T13" fmla="*/ 14 h 34"/>
                <a:gd name="T14" fmla="*/ 36 w 37"/>
                <a:gd name="T15" fmla="*/ 29 h 34"/>
                <a:gd name="T16" fmla="*/ 27 w 37"/>
                <a:gd name="T17" fmla="*/ 33 h 34"/>
                <a:gd name="T18" fmla="*/ 15 w 37"/>
                <a:gd name="T19" fmla="*/ 25 h 34"/>
                <a:gd name="T20" fmla="*/ 15 w 37"/>
                <a:gd name="T21" fmla="*/ 25 h 34"/>
                <a:gd name="T22" fmla="*/ 19 w 37"/>
                <a:gd name="T23" fmla="*/ 26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" h="34">
                  <a:moveTo>
                    <a:pt x="19" y="26"/>
                  </a:moveTo>
                  <a:cubicBezTo>
                    <a:pt x="23" y="23"/>
                    <a:pt x="22" y="19"/>
                    <a:pt x="17" y="15"/>
                  </a:cubicBezTo>
                  <a:cubicBezTo>
                    <a:pt x="12" y="10"/>
                    <a:pt x="6" y="3"/>
                    <a:pt x="4" y="2"/>
                  </a:cubicBezTo>
                  <a:cubicBezTo>
                    <a:pt x="3" y="1"/>
                    <a:pt x="2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5" y="0"/>
                    <a:pt x="11" y="2"/>
                  </a:cubicBezTo>
                  <a:cubicBezTo>
                    <a:pt x="11" y="2"/>
                    <a:pt x="19" y="8"/>
                    <a:pt x="26" y="14"/>
                  </a:cubicBezTo>
                  <a:cubicBezTo>
                    <a:pt x="33" y="19"/>
                    <a:pt x="37" y="24"/>
                    <a:pt x="36" y="29"/>
                  </a:cubicBezTo>
                  <a:cubicBezTo>
                    <a:pt x="35" y="33"/>
                    <a:pt x="32" y="34"/>
                    <a:pt x="27" y="33"/>
                  </a:cubicBezTo>
                  <a:cubicBezTo>
                    <a:pt x="22" y="31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7" y="26"/>
                    <a:pt x="18" y="26"/>
                    <a:pt x="19" y="26"/>
                  </a:cubicBezTo>
                  <a:close/>
                </a:path>
              </a:pathLst>
            </a:custGeom>
            <a:solidFill>
              <a:srgbClr val="D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4" name="íṥḻîḑé"/>
            <p:cNvSpPr/>
            <p:nvPr/>
          </p:nvSpPr>
          <p:spPr bwMode="auto">
            <a:xfrm>
              <a:off x="5829323" y="4238555"/>
              <a:ext cx="495256" cy="350014"/>
            </a:xfrm>
            <a:custGeom>
              <a:avLst/>
              <a:gdLst>
                <a:gd name="T0" fmla="*/ 0 w 208"/>
                <a:gd name="T1" fmla="*/ 147 h 147"/>
                <a:gd name="T2" fmla="*/ 31 w 208"/>
                <a:gd name="T3" fmla="*/ 0 h 147"/>
                <a:gd name="T4" fmla="*/ 208 w 208"/>
                <a:gd name="T5" fmla="*/ 0 h 147"/>
                <a:gd name="T6" fmla="*/ 174 w 208"/>
                <a:gd name="T7" fmla="*/ 147 h 147"/>
                <a:gd name="T8" fmla="*/ 0 w 208"/>
                <a:gd name="T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147">
                  <a:moveTo>
                    <a:pt x="0" y="147"/>
                  </a:moveTo>
                  <a:lnTo>
                    <a:pt x="31" y="0"/>
                  </a:lnTo>
                  <a:lnTo>
                    <a:pt x="208" y="0"/>
                  </a:lnTo>
                  <a:lnTo>
                    <a:pt x="174" y="147"/>
                  </a:lnTo>
                  <a:lnTo>
                    <a:pt x="0" y="147"/>
                  </a:lnTo>
                  <a:close/>
                </a:path>
              </a:pathLst>
            </a:custGeom>
            <a:solidFill>
              <a:srgbClr val="361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5" name="íṩļîḍè"/>
            <p:cNvSpPr/>
            <p:nvPr/>
          </p:nvSpPr>
          <p:spPr bwMode="auto">
            <a:xfrm>
              <a:off x="5569790" y="4564756"/>
              <a:ext cx="264296" cy="23810"/>
            </a:xfrm>
            <a:custGeom>
              <a:avLst/>
              <a:gdLst>
                <a:gd name="T0" fmla="*/ 0 w 111"/>
                <a:gd name="T1" fmla="*/ 0 h 10"/>
                <a:gd name="T2" fmla="*/ 0 w 111"/>
                <a:gd name="T3" fmla="*/ 10 h 10"/>
                <a:gd name="T4" fmla="*/ 109 w 111"/>
                <a:gd name="T5" fmla="*/ 10 h 10"/>
                <a:gd name="T6" fmla="*/ 111 w 111"/>
                <a:gd name="T7" fmla="*/ 0 h 10"/>
                <a:gd name="T8" fmla="*/ 0 w 111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10">
                  <a:moveTo>
                    <a:pt x="0" y="0"/>
                  </a:moveTo>
                  <a:lnTo>
                    <a:pt x="0" y="10"/>
                  </a:lnTo>
                  <a:lnTo>
                    <a:pt x="109" y="10"/>
                  </a:lnTo>
                  <a:lnTo>
                    <a:pt x="1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11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6" name="íṣḷïdé"/>
            <p:cNvSpPr/>
            <p:nvPr/>
          </p:nvSpPr>
          <p:spPr bwMode="auto">
            <a:xfrm>
              <a:off x="6050760" y="4381417"/>
              <a:ext cx="64289" cy="73813"/>
            </a:xfrm>
            <a:custGeom>
              <a:avLst/>
              <a:gdLst>
                <a:gd name="T0" fmla="*/ 13 w 13"/>
                <a:gd name="T1" fmla="*/ 8 h 15"/>
                <a:gd name="T2" fmla="*/ 6 w 13"/>
                <a:gd name="T3" fmla="*/ 15 h 15"/>
                <a:gd name="T4" fmla="*/ 1 w 13"/>
                <a:gd name="T5" fmla="*/ 7 h 15"/>
                <a:gd name="T6" fmla="*/ 8 w 13"/>
                <a:gd name="T7" fmla="*/ 0 h 15"/>
                <a:gd name="T8" fmla="*/ 13 w 13"/>
                <a:gd name="T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5">
                  <a:moveTo>
                    <a:pt x="13" y="8"/>
                  </a:moveTo>
                  <a:cubicBezTo>
                    <a:pt x="12" y="12"/>
                    <a:pt x="9" y="15"/>
                    <a:pt x="6" y="15"/>
                  </a:cubicBezTo>
                  <a:cubicBezTo>
                    <a:pt x="3" y="14"/>
                    <a:pt x="0" y="11"/>
                    <a:pt x="1" y="7"/>
                  </a:cubicBezTo>
                  <a:cubicBezTo>
                    <a:pt x="1" y="3"/>
                    <a:pt x="4" y="0"/>
                    <a:pt x="8" y="0"/>
                  </a:cubicBezTo>
                  <a:cubicBezTo>
                    <a:pt x="11" y="1"/>
                    <a:pt x="13" y="4"/>
                    <a:pt x="13" y="8"/>
                  </a:cubicBezTo>
                  <a:close/>
                </a:path>
              </a:pathLst>
            </a:custGeom>
            <a:solidFill>
              <a:srgbClr val="D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167" name="文本框 166"/>
          <p:cNvSpPr txBox="1"/>
          <p:nvPr/>
        </p:nvSpPr>
        <p:spPr>
          <a:xfrm>
            <a:off x="770255" y="5379720"/>
            <a:ext cx="111791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endParaRPr lang="zh-CN" altLang="en-US" sz="4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51210175510"/>
  <p:tag name="MH_LIBRARY" val="GRAPHIC"/>
  <p:tag name="MH_ORDER" val="Rectangle 28"/>
</p:tagLst>
</file>

<file path=ppt/tags/tag2.xml><?xml version="1.0" encoding="utf-8"?>
<p:tagLst xmlns:p="http://schemas.openxmlformats.org/presentationml/2006/main">
  <p:tag name="MH" val="20151210175510"/>
  <p:tag name="MH_LIBRARY" val="GRAPHIC"/>
  <p:tag name="MH_ORDER" val="Rectangle 117"/>
</p:tagLst>
</file>

<file path=ppt/tags/tag3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4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heme/theme1.xml><?xml version="1.0" encoding="utf-8"?>
<a:theme xmlns:a="http://schemas.openxmlformats.org/drawingml/2006/main" name="1_Office 主题">
  <a:themeElements>
    <a:clrScheme name="自定义 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AC1F"/>
      </a:accent1>
      <a:accent2>
        <a:srgbClr val="2C91CE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WPS 演示</Application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黑体</vt:lpstr>
      <vt:lpstr>微软雅黑</vt:lpstr>
      <vt:lpstr>Arial Unicode MS</vt:lpstr>
      <vt:lpstr>1_Office 主题</vt:lpstr>
      <vt:lpstr>大作业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Ywf</cp:lastModifiedBy>
  <cp:revision>32</cp:revision>
  <dcterms:created xsi:type="dcterms:W3CDTF">2019-06-19T02:08:00Z</dcterms:created>
  <dcterms:modified xsi:type="dcterms:W3CDTF">2020-11-25T00:21:40Z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