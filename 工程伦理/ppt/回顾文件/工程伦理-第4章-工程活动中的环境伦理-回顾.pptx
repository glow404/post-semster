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9" r:id="rId3"/>
    <p:sldId id="271" r:id="rId4"/>
    <p:sldId id="260" r:id="rId6"/>
    <p:sldId id="262" r:id="rId7"/>
    <p:sldId id="264" r:id="rId8"/>
    <p:sldId id="276" r:id="rId9"/>
    <p:sldId id="270" r:id="rId10"/>
    <p:sldId id="275" r:id="rId11"/>
    <p:sldId id="272" r:id="rId12"/>
    <p:sldId id="278" r:id="rId13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9C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 autoAdjust="0"/>
    <p:restoredTop sz="94614" autoAdjust="0"/>
  </p:normalViewPr>
  <p:slideViewPr>
    <p:cSldViewPr>
      <p:cViewPr varScale="1">
        <p:scale>
          <a:sx n="67" d="100"/>
          <a:sy n="67" d="100"/>
        </p:scale>
        <p:origin x="-60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1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4EA3EF-CF96-41F6-8F2C-9707A5CBE3BE}" type="doc">
      <dgm:prSet loTypeId="urn:microsoft.com/office/officeart/2005/8/layout/orgChart1#1" loCatId="hierarchy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9682BD6-6AF0-412E-9BE1-2747C7AB3E0E}">
      <dgm:prSet/>
      <dgm:spPr/>
      <dgm:t>
        <a:bodyPr/>
        <a:lstStyle/>
        <a:p>
          <a:pPr rtl="0"/>
          <a:r>
            <a:rPr lang="zh-CN" b="1" dirty="0" smtClean="0">
              <a:solidFill>
                <a:schemeClr val="bg1"/>
              </a:solidFill>
            </a:rPr>
            <a:t>工业化：两种环保思路</a:t>
          </a:r>
          <a:endParaRPr lang="zh-CN" b="1" dirty="0">
            <a:solidFill>
              <a:schemeClr val="bg1"/>
            </a:solidFill>
          </a:endParaRPr>
        </a:p>
      </dgm:t>
    </dgm:pt>
    <dgm:pt modelId="{ED09C44F-1E3E-44DE-9C2C-50EAC79ADE95}" cxnId="{35E6AD5B-94F6-4F19-A933-FB767DB2402E}" type="parTrans">
      <dgm:prSet/>
      <dgm:spPr/>
      <dgm:t>
        <a:bodyPr/>
        <a:lstStyle/>
        <a:p>
          <a:endParaRPr lang="zh-CN" altLang="en-US"/>
        </a:p>
      </dgm:t>
    </dgm:pt>
    <dgm:pt modelId="{1008BF13-3227-4680-A36A-0EDE82EA7B92}" cxnId="{35E6AD5B-94F6-4F19-A933-FB767DB2402E}" type="sibTrans">
      <dgm:prSet/>
      <dgm:spPr/>
      <dgm:t>
        <a:bodyPr/>
        <a:lstStyle/>
        <a:p>
          <a:endParaRPr lang="zh-CN" altLang="en-US"/>
        </a:p>
      </dgm:t>
    </dgm:pt>
    <dgm:pt modelId="{9C113938-FEA0-4EB2-B82D-0E8CEE608601}">
      <dgm:prSet custT="1"/>
      <dgm:spPr/>
      <dgm:t>
        <a:bodyPr/>
        <a:lstStyle/>
        <a:p>
          <a:pPr rtl="0"/>
          <a:r>
            <a:rPr lang="zh-CN" altLang="en-US" sz="2000" b="1" dirty="0" smtClean="0">
              <a:solidFill>
                <a:schemeClr val="bg1"/>
              </a:solidFill>
            </a:rPr>
            <a:t>资源保护主义</a:t>
          </a:r>
          <a:endParaRPr lang="zh-CN" altLang="en-US" sz="2000" b="1" dirty="0">
            <a:solidFill>
              <a:schemeClr val="bg1"/>
            </a:solidFill>
          </a:endParaRPr>
        </a:p>
      </dgm:t>
    </dgm:pt>
    <dgm:pt modelId="{C658CCCD-0954-434F-A7D9-DC50A5837E75}" cxnId="{1FF837FC-034F-4E1B-A294-A5FEEDEB820F}" type="parTrans">
      <dgm:prSet/>
      <dgm:spPr/>
      <dgm:t>
        <a:bodyPr/>
        <a:lstStyle/>
        <a:p>
          <a:endParaRPr lang="zh-CN" altLang="en-US"/>
        </a:p>
      </dgm:t>
    </dgm:pt>
    <dgm:pt modelId="{FF51DEF4-11C8-463A-80D2-E472A86A9FE9}" cxnId="{1FF837FC-034F-4E1B-A294-A5FEEDEB820F}" type="sibTrans">
      <dgm:prSet/>
      <dgm:spPr/>
      <dgm:t>
        <a:bodyPr/>
        <a:lstStyle/>
        <a:p>
          <a:endParaRPr lang="zh-CN" altLang="en-US"/>
        </a:p>
      </dgm:t>
    </dgm:pt>
    <dgm:pt modelId="{18E4D58D-6F1D-4E67-BF7D-4D90965AD37E}">
      <dgm:prSet custT="1"/>
      <dgm:spPr/>
      <dgm:t>
        <a:bodyPr/>
        <a:lstStyle/>
        <a:p>
          <a:pPr rtl="0"/>
          <a:r>
            <a:rPr lang="zh-CN" altLang="en-US" sz="2000" b="1" dirty="0" smtClean="0">
              <a:solidFill>
                <a:schemeClr val="bg1"/>
              </a:solidFill>
            </a:rPr>
            <a:t>自然保护主义</a:t>
          </a:r>
          <a:endParaRPr lang="zh-CN" altLang="en-US" sz="2000" b="1" dirty="0">
            <a:solidFill>
              <a:schemeClr val="bg1"/>
            </a:solidFill>
          </a:endParaRPr>
        </a:p>
      </dgm:t>
    </dgm:pt>
    <dgm:pt modelId="{585E6C40-E1BD-4751-8D40-D6F0A21F0B91}" cxnId="{A7FC3033-A8C1-402D-A557-B145B51B3BBB}" type="parTrans">
      <dgm:prSet/>
      <dgm:spPr/>
      <dgm:t>
        <a:bodyPr/>
        <a:lstStyle/>
        <a:p>
          <a:endParaRPr lang="zh-CN" altLang="en-US"/>
        </a:p>
      </dgm:t>
    </dgm:pt>
    <dgm:pt modelId="{F8CA0D96-8DEE-4AAD-9973-CA452A1D422C}" cxnId="{A7FC3033-A8C1-402D-A557-B145B51B3BBB}" type="sibTrans">
      <dgm:prSet/>
      <dgm:spPr/>
      <dgm:t>
        <a:bodyPr/>
        <a:lstStyle/>
        <a:p>
          <a:endParaRPr lang="zh-CN" altLang="en-US"/>
        </a:p>
      </dgm:t>
    </dgm:pt>
    <dgm:pt modelId="{41117C49-8C93-45F8-B65F-C2C542A52414}" type="pres">
      <dgm:prSet presAssocID="{D14EA3EF-CF96-41F6-8F2C-9707A5CBE3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C98C7214-D696-46FA-8570-FCBACA774A1A}" type="pres">
      <dgm:prSet presAssocID="{E9682BD6-6AF0-412E-9BE1-2747C7AB3E0E}" presName="hierRoot1" presStyleCnt="0">
        <dgm:presLayoutVars>
          <dgm:hierBranch val="init"/>
        </dgm:presLayoutVars>
      </dgm:prSet>
      <dgm:spPr/>
    </dgm:pt>
    <dgm:pt modelId="{F862CF88-A912-4C7C-8946-49047E666F5A}" type="pres">
      <dgm:prSet presAssocID="{E9682BD6-6AF0-412E-9BE1-2747C7AB3E0E}" presName="rootComposite1" presStyleCnt="0"/>
      <dgm:spPr/>
    </dgm:pt>
    <dgm:pt modelId="{39997144-DA23-4314-902B-62E5DD4B21E4}" type="pres">
      <dgm:prSet presAssocID="{E9682BD6-6AF0-412E-9BE1-2747C7AB3E0E}" presName="rootText1" presStyleLbl="node0" presStyleIdx="0" presStyleCnt="1" custScaleX="6893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4925F8-6B1E-43A5-9802-316F3FE13BBE}" type="pres">
      <dgm:prSet presAssocID="{E9682BD6-6AF0-412E-9BE1-2747C7AB3E0E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3F40EACF-1EBC-4817-B051-FD8FB08EDBA6}" type="pres">
      <dgm:prSet presAssocID="{E9682BD6-6AF0-412E-9BE1-2747C7AB3E0E}" presName="hierChild2" presStyleCnt="0"/>
      <dgm:spPr/>
    </dgm:pt>
    <dgm:pt modelId="{15939619-7F27-4C30-BEF4-FBDBAF221336}" type="pres">
      <dgm:prSet presAssocID="{C658CCCD-0954-434F-A7D9-DC50A5837E75}" presName="Name37" presStyleLbl="parChTrans1D2" presStyleIdx="0" presStyleCnt="2"/>
      <dgm:spPr/>
      <dgm:t>
        <a:bodyPr/>
        <a:lstStyle/>
        <a:p>
          <a:endParaRPr lang="zh-CN" altLang="en-US"/>
        </a:p>
      </dgm:t>
    </dgm:pt>
    <dgm:pt modelId="{E84B8E7D-8FC0-4743-ADA6-166EE2B569DE}" type="pres">
      <dgm:prSet presAssocID="{9C113938-FEA0-4EB2-B82D-0E8CEE608601}" presName="hierRoot2" presStyleCnt="0">
        <dgm:presLayoutVars>
          <dgm:hierBranch val="init"/>
        </dgm:presLayoutVars>
      </dgm:prSet>
      <dgm:spPr/>
    </dgm:pt>
    <dgm:pt modelId="{9FDE1F64-017F-4CF6-BEEA-376DEAB2709A}" type="pres">
      <dgm:prSet presAssocID="{9C113938-FEA0-4EB2-B82D-0E8CEE608601}" presName="rootComposite" presStyleCnt="0"/>
      <dgm:spPr/>
    </dgm:pt>
    <dgm:pt modelId="{96095357-5CE5-4594-8FA2-984E9AA7C3EF}" type="pres">
      <dgm:prSet presAssocID="{9C113938-FEA0-4EB2-B82D-0E8CEE608601}" presName="rootText" presStyleLbl="node2" presStyleIdx="0" presStyleCnt="2" custScaleX="208470" custScaleY="63239" custLinFactX="-4821" custLinFactNeighborX="-100000" custLinFactNeighborY="739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51CBCF2-77FD-446A-96BA-231EDF411DA0}" type="pres">
      <dgm:prSet presAssocID="{9C113938-FEA0-4EB2-B82D-0E8CEE608601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E6A57D48-C176-40F2-902C-333EF045A88B}" type="pres">
      <dgm:prSet presAssocID="{9C113938-FEA0-4EB2-B82D-0E8CEE608601}" presName="hierChild4" presStyleCnt="0"/>
      <dgm:spPr/>
    </dgm:pt>
    <dgm:pt modelId="{E9A8520B-E932-4435-9432-6B781BA9C12D}" type="pres">
      <dgm:prSet presAssocID="{9C113938-FEA0-4EB2-B82D-0E8CEE608601}" presName="hierChild5" presStyleCnt="0"/>
      <dgm:spPr/>
    </dgm:pt>
    <dgm:pt modelId="{65F34EE7-AAD6-4EA0-B647-01CF01FD29A4}" type="pres">
      <dgm:prSet presAssocID="{585E6C40-E1BD-4751-8D40-D6F0A21F0B91}" presName="Name37" presStyleLbl="parChTrans1D2" presStyleIdx="1" presStyleCnt="2"/>
      <dgm:spPr/>
      <dgm:t>
        <a:bodyPr/>
        <a:lstStyle/>
        <a:p>
          <a:endParaRPr lang="zh-CN" altLang="en-US"/>
        </a:p>
      </dgm:t>
    </dgm:pt>
    <dgm:pt modelId="{906DAA1A-8119-491F-A731-F83A11B58329}" type="pres">
      <dgm:prSet presAssocID="{18E4D58D-6F1D-4E67-BF7D-4D90965AD37E}" presName="hierRoot2" presStyleCnt="0">
        <dgm:presLayoutVars>
          <dgm:hierBranch val="init"/>
        </dgm:presLayoutVars>
      </dgm:prSet>
      <dgm:spPr/>
    </dgm:pt>
    <dgm:pt modelId="{AB8394B4-CAF1-40AA-A631-F424C69ABBBD}" type="pres">
      <dgm:prSet presAssocID="{18E4D58D-6F1D-4E67-BF7D-4D90965AD37E}" presName="rootComposite" presStyleCnt="0"/>
      <dgm:spPr/>
    </dgm:pt>
    <dgm:pt modelId="{7D787A80-82B5-4AC6-9EB8-EC085EBF7A87}" type="pres">
      <dgm:prSet presAssocID="{18E4D58D-6F1D-4E67-BF7D-4D90965AD37E}" presName="rootText" presStyleLbl="node2" presStyleIdx="1" presStyleCnt="2" custScaleX="228748" custScaleY="76855" custLinFactNeighborX="93824" custLinFactNeighborY="802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FB890A9-17A8-48D7-8E16-56BE51DCA52C}" type="pres">
      <dgm:prSet presAssocID="{18E4D58D-6F1D-4E67-BF7D-4D90965AD37E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ADC539F0-3FDF-42BB-A32C-9625D0027293}" type="pres">
      <dgm:prSet presAssocID="{18E4D58D-6F1D-4E67-BF7D-4D90965AD37E}" presName="hierChild4" presStyleCnt="0"/>
      <dgm:spPr/>
    </dgm:pt>
    <dgm:pt modelId="{F130C7D1-0D7F-4C69-A0A5-7259930537CA}" type="pres">
      <dgm:prSet presAssocID="{18E4D58D-6F1D-4E67-BF7D-4D90965AD37E}" presName="hierChild5" presStyleCnt="0"/>
      <dgm:spPr/>
    </dgm:pt>
    <dgm:pt modelId="{7A8F463D-3252-441F-BEDF-FC7D438F6269}" type="pres">
      <dgm:prSet presAssocID="{E9682BD6-6AF0-412E-9BE1-2747C7AB3E0E}" presName="hierChild3" presStyleCnt="0"/>
      <dgm:spPr/>
    </dgm:pt>
  </dgm:ptLst>
  <dgm:cxnLst>
    <dgm:cxn modelId="{1FF837FC-034F-4E1B-A294-A5FEEDEB820F}" srcId="{E9682BD6-6AF0-412E-9BE1-2747C7AB3E0E}" destId="{9C113938-FEA0-4EB2-B82D-0E8CEE608601}" srcOrd="0" destOrd="0" parTransId="{C658CCCD-0954-434F-A7D9-DC50A5837E75}" sibTransId="{FF51DEF4-11C8-463A-80D2-E472A86A9FE9}"/>
    <dgm:cxn modelId="{8D02920F-AB33-4DAD-83F8-BF8F6009A151}" type="presOf" srcId="{E9682BD6-6AF0-412E-9BE1-2747C7AB3E0E}" destId="{E14925F8-6B1E-43A5-9802-316F3FE13BBE}" srcOrd="1" destOrd="0" presId="urn:microsoft.com/office/officeart/2005/8/layout/orgChart1#1"/>
    <dgm:cxn modelId="{38B6BC0B-69BE-4CA0-A72B-73D55D7D2AE7}" type="presOf" srcId="{9C113938-FEA0-4EB2-B82D-0E8CEE608601}" destId="{96095357-5CE5-4594-8FA2-984E9AA7C3EF}" srcOrd="0" destOrd="0" presId="urn:microsoft.com/office/officeart/2005/8/layout/orgChart1#1"/>
    <dgm:cxn modelId="{06B85C07-5866-4816-B36B-A23053EEBDB4}" type="presOf" srcId="{18E4D58D-6F1D-4E67-BF7D-4D90965AD37E}" destId="{7D787A80-82B5-4AC6-9EB8-EC085EBF7A87}" srcOrd="0" destOrd="0" presId="urn:microsoft.com/office/officeart/2005/8/layout/orgChart1#1"/>
    <dgm:cxn modelId="{63C71D36-5DC8-415B-8009-5B29CDC1C872}" type="presOf" srcId="{D14EA3EF-CF96-41F6-8F2C-9707A5CBE3BE}" destId="{41117C49-8C93-45F8-B65F-C2C542A52414}" srcOrd="0" destOrd="0" presId="urn:microsoft.com/office/officeart/2005/8/layout/orgChart1#1"/>
    <dgm:cxn modelId="{85B7B609-F163-4B76-BD56-65BFE6860510}" type="presOf" srcId="{9C113938-FEA0-4EB2-B82D-0E8CEE608601}" destId="{E51CBCF2-77FD-446A-96BA-231EDF411DA0}" srcOrd="1" destOrd="0" presId="urn:microsoft.com/office/officeart/2005/8/layout/orgChart1#1"/>
    <dgm:cxn modelId="{41A39565-B1E2-4816-9E19-EC1D329C1E54}" type="presOf" srcId="{585E6C40-E1BD-4751-8D40-D6F0A21F0B91}" destId="{65F34EE7-AAD6-4EA0-B647-01CF01FD29A4}" srcOrd="0" destOrd="0" presId="urn:microsoft.com/office/officeart/2005/8/layout/orgChart1#1"/>
    <dgm:cxn modelId="{A78CDB01-72F4-4101-B1C7-43E1AB4C554F}" type="presOf" srcId="{C658CCCD-0954-434F-A7D9-DC50A5837E75}" destId="{15939619-7F27-4C30-BEF4-FBDBAF221336}" srcOrd="0" destOrd="0" presId="urn:microsoft.com/office/officeart/2005/8/layout/orgChart1#1"/>
    <dgm:cxn modelId="{7C943576-EAD8-4EE0-85E1-6E5019D5D560}" type="presOf" srcId="{E9682BD6-6AF0-412E-9BE1-2747C7AB3E0E}" destId="{39997144-DA23-4314-902B-62E5DD4B21E4}" srcOrd="0" destOrd="0" presId="urn:microsoft.com/office/officeart/2005/8/layout/orgChart1#1"/>
    <dgm:cxn modelId="{35E6AD5B-94F6-4F19-A933-FB767DB2402E}" srcId="{D14EA3EF-CF96-41F6-8F2C-9707A5CBE3BE}" destId="{E9682BD6-6AF0-412E-9BE1-2747C7AB3E0E}" srcOrd="0" destOrd="0" parTransId="{ED09C44F-1E3E-44DE-9C2C-50EAC79ADE95}" sibTransId="{1008BF13-3227-4680-A36A-0EDE82EA7B92}"/>
    <dgm:cxn modelId="{0A498D93-BCD4-45EA-8CDB-FEFC3EF23A57}" type="presOf" srcId="{18E4D58D-6F1D-4E67-BF7D-4D90965AD37E}" destId="{AFB890A9-17A8-48D7-8E16-56BE51DCA52C}" srcOrd="1" destOrd="0" presId="urn:microsoft.com/office/officeart/2005/8/layout/orgChart1#1"/>
    <dgm:cxn modelId="{A7FC3033-A8C1-402D-A557-B145B51B3BBB}" srcId="{E9682BD6-6AF0-412E-9BE1-2747C7AB3E0E}" destId="{18E4D58D-6F1D-4E67-BF7D-4D90965AD37E}" srcOrd="1" destOrd="0" parTransId="{585E6C40-E1BD-4751-8D40-D6F0A21F0B91}" sibTransId="{F8CA0D96-8DEE-4AAD-9973-CA452A1D422C}"/>
    <dgm:cxn modelId="{B6528AE2-88E9-408C-BBB6-85DD65C36CD4}" type="presParOf" srcId="{41117C49-8C93-45F8-B65F-C2C542A52414}" destId="{C98C7214-D696-46FA-8570-FCBACA774A1A}" srcOrd="0" destOrd="0" presId="urn:microsoft.com/office/officeart/2005/8/layout/orgChart1#1"/>
    <dgm:cxn modelId="{D8B359DB-2661-47C0-80AF-D91FF3982A68}" type="presParOf" srcId="{C98C7214-D696-46FA-8570-FCBACA774A1A}" destId="{F862CF88-A912-4C7C-8946-49047E666F5A}" srcOrd="0" destOrd="0" presId="urn:microsoft.com/office/officeart/2005/8/layout/orgChart1#1"/>
    <dgm:cxn modelId="{29D65B92-7128-44A9-A011-5EC796477F19}" type="presParOf" srcId="{F862CF88-A912-4C7C-8946-49047E666F5A}" destId="{39997144-DA23-4314-902B-62E5DD4B21E4}" srcOrd="0" destOrd="0" presId="urn:microsoft.com/office/officeart/2005/8/layout/orgChart1#1"/>
    <dgm:cxn modelId="{F5FF9354-A78E-4D78-927E-6F18F461CF64}" type="presParOf" srcId="{F862CF88-A912-4C7C-8946-49047E666F5A}" destId="{E14925F8-6B1E-43A5-9802-316F3FE13BBE}" srcOrd="1" destOrd="0" presId="urn:microsoft.com/office/officeart/2005/8/layout/orgChart1#1"/>
    <dgm:cxn modelId="{AF389584-A6F1-4CEA-BCF6-6869B122A6BB}" type="presParOf" srcId="{C98C7214-D696-46FA-8570-FCBACA774A1A}" destId="{3F40EACF-1EBC-4817-B051-FD8FB08EDBA6}" srcOrd="1" destOrd="0" presId="urn:microsoft.com/office/officeart/2005/8/layout/orgChart1#1"/>
    <dgm:cxn modelId="{8F1C8B36-003C-41F9-9C3A-464824FB885B}" type="presParOf" srcId="{3F40EACF-1EBC-4817-B051-FD8FB08EDBA6}" destId="{15939619-7F27-4C30-BEF4-FBDBAF221336}" srcOrd="0" destOrd="0" presId="urn:microsoft.com/office/officeart/2005/8/layout/orgChart1#1"/>
    <dgm:cxn modelId="{15BFC029-F1F2-4C45-8A1D-5C6D391AE143}" type="presParOf" srcId="{3F40EACF-1EBC-4817-B051-FD8FB08EDBA6}" destId="{E84B8E7D-8FC0-4743-ADA6-166EE2B569DE}" srcOrd="1" destOrd="0" presId="urn:microsoft.com/office/officeart/2005/8/layout/orgChart1#1"/>
    <dgm:cxn modelId="{1AF65180-4903-41DA-969E-868F7CF26C2E}" type="presParOf" srcId="{E84B8E7D-8FC0-4743-ADA6-166EE2B569DE}" destId="{9FDE1F64-017F-4CF6-BEEA-376DEAB2709A}" srcOrd="0" destOrd="0" presId="urn:microsoft.com/office/officeart/2005/8/layout/orgChart1#1"/>
    <dgm:cxn modelId="{E7862F14-3D32-42F9-BCBF-F6B363E67BD7}" type="presParOf" srcId="{9FDE1F64-017F-4CF6-BEEA-376DEAB2709A}" destId="{96095357-5CE5-4594-8FA2-984E9AA7C3EF}" srcOrd="0" destOrd="0" presId="urn:microsoft.com/office/officeart/2005/8/layout/orgChart1#1"/>
    <dgm:cxn modelId="{1037441C-2DF8-4CFD-A74B-37C4F2E8549B}" type="presParOf" srcId="{9FDE1F64-017F-4CF6-BEEA-376DEAB2709A}" destId="{E51CBCF2-77FD-446A-96BA-231EDF411DA0}" srcOrd="1" destOrd="0" presId="urn:microsoft.com/office/officeart/2005/8/layout/orgChart1#1"/>
    <dgm:cxn modelId="{06F6D764-700B-41D8-A0D1-EAC2E9D32E05}" type="presParOf" srcId="{E84B8E7D-8FC0-4743-ADA6-166EE2B569DE}" destId="{E6A57D48-C176-40F2-902C-333EF045A88B}" srcOrd="1" destOrd="0" presId="urn:microsoft.com/office/officeart/2005/8/layout/orgChart1#1"/>
    <dgm:cxn modelId="{AB34E753-97D7-4FA5-B787-9800DA189EF7}" type="presParOf" srcId="{E84B8E7D-8FC0-4743-ADA6-166EE2B569DE}" destId="{E9A8520B-E932-4435-9432-6B781BA9C12D}" srcOrd="2" destOrd="0" presId="urn:microsoft.com/office/officeart/2005/8/layout/orgChart1#1"/>
    <dgm:cxn modelId="{EBE5F541-4F0E-47A1-AC27-E3B79DBF8B92}" type="presParOf" srcId="{3F40EACF-1EBC-4817-B051-FD8FB08EDBA6}" destId="{65F34EE7-AAD6-4EA0-B647-01CF01FD29A4}" srcOrd="2" destOrd="0" presId="urn:microsoft.com/office/officeart/2005/8/layout/orgChart1#1"/>
    <dgm:cxn modelId="{FD519BC1-1F44-4C06-A90A-F96B84C96024}" type="presParOf" srcId="{3F40EACF-1EBC-4817-B051-FD8FB08EDBA6}" destId="{906DAA1A-8119-491F-A731-F83A11B58329}" srcOrd="3" destOrd="0" presId="urn:microsoft.com/office/officeart/2005/8/layout/orgChart1#1"/>
    <dgm:cxn modelId="{C882340E-22F5-4435-919C-2DB874B898D4}" type="presParOf" srcId="{906DAA1A-8119-491F-A731-F83A11B58329}" destId="{AB8394B4-CAF1-40AA-A631-F424C69ABBBD}" srcOrd="0" destOrd="0" presId="urn:microsoft.com/office/officeart/2005/8/layout/orgChart1#1"/>
    <dgm:cxn modelId="{3124075C-6B93-4656-8A5C-1FB55E87F19D}" type="presParOf" srcId="{AB8394B4-CAF1-40AA-A631-F424C69ABBBD}" destId="{7D787A80-82B5-4AC6-9EB8-EC085EBF7A87}" srcOrd="0" destOrd="0" presId="urn:microsoft.com/office/officeart/2005/8/layout/orgChart1#1"/>
    <dgm:cxn modelId="{4610EFF0-BEC5-4371-AF5D-69C9051CA57F}" type="presParOf" srcId="{AB8394B4-CAF1-40AA-A631-F424C69ABBBD}" destId="{AFB890A9-17A8-48D7-8E16-56BE51DCA52C}" srcOrd="1" destOrd="0" presId="urn:microsoft.com/office/officeart/2005/8/layout/orgChart1#1"/>
    <dgm:cxn modelId="{6D3A03D0-4411-4956-9338-9D60E84AFBA2}" type="presParOf" srcId="{906DAA1A-8119-491F-A731-F83A11B58329}" destId="{ADC539F0-3FDF-42BB-A32C-9625D0027293}" srcOrd="1" destOrd="0" presId="urn:microsoft.com/office/officeart/2005/8/layout/orgChart1#1"/>
    <dgm:cxn modelId="{AABB6451-553C-4DFA-87B9-DE07AF4187D6}" type="presParOf" srcId="{906DAA1A-8119-491F-A731-F83A11B58329}" destId="{F130C7D1-0D7F-4C69-A0A5-7259930537CA}" srcOrd="2" destOrd="0" presId="urn:microsoft.com/office/officeart/2005/8/layout/orgChart1#1"/>
    <dgm:cxn modelId="{42F4F244-2777-4CD5-A200-FC616065EF7D}" type="presParOf" srcId="{C98C7214-D696-46FA-8570-FCBACA774A1A}" destId="{7A8F463D-3252-441F-BEDF-FC7D438F6269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BE39EC-E32E-497D-B400-2E24F8E5DF69}" type="doc">
      <dgm:prSet loTypeId="urn:microsoft.com/office/officeart/2005/8/layout/orgChart1#2" loCatId="hierarchy" qsTypeId="urn:microsoft.com/office/officeart/2005/8/quickstyle/simple1#3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AF76E8EF-26F2-4B64-A732-902DCFD0123F}">
      <dgm:prSet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 rtl="0"/>
          <a:r>
            <a:rPr lang="zh-CN" altLang="en-US" sz="2800" b="1" dirty="0" smtClean="0">
              <a:solidFill>
                <a:schemeClr val="bg1"/>
              </a:solidFill>
            </a:rPr>
            <a:t>非人类中心主义</a:t>
          </a:r>
          <a:endParaRPr lang="zh-CN" altLang="en-US" sz="2800" b="1" dirty="0">
            <a:solidFill>
              <a:schemeClr val="bg1"/>
            </a:solidFill>
          </a:endParaRPr>
        </a:p>
      </dgm:t>
    </dgm:pt>
    <dgm:pt modelId="{C7E54A78-82C8-4855-921C-336C5F96C87B}" cxnId="{9A144ADA-1791-4036-BDC4-C6F1EF44A565}" type="parTrans">
      <dgm:prSet/>
      <dgm:spPr/>
      <dgm:t>
        <a:bodyPr/>
        <a:lstStyle/>
        <a:p>
          <a:endParaRPr lang="zh-CN" altLang="en-US"/>
        </a:p>
      </dgm:t>
    </dgm:pt>
    <dgm:pt modelId="{5375F998-8DC9-4F63-BAA2-B078A8514A8B}" cxnId="{9A144ADA-1791-4036-BDC4-C6F1EF44A565}" type="sibTrans">
      <dgm:prSet/>
      <dgm:spPr/>
      <dgm:t>
        <a:bodyPr/>
        <a:lstStyle/>
        <a:p>
          <a:endParaRPr lang="zh-CN" altLang="en-US"/>
        </a:p>
      </dgm:t>
    </dgm:pt>
    <dgm:pt modelId="{676E84CE-E54A-408F-8005-13F35D98F6B5}">
      <dgm:prSet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pPr rtl="0"/>
          <a:r>
            <a:rPr lang="zh-CN" altLang="en-US" sz="2800" b="1" dirty="0" smtClean="0">
              <a:solidFill>
                <a:schemeClr val="bg1"/>
              </a:solidFill>
            </a:rPr>
            <a:t>动物福利主义</a:t>
          </a:r>
          <a:endParaRPr lang="zh-CN" altLang="en-US" sz="2800" b="1" dirty="0">
            <a:solidFill>
              <a:schemeClr val="bg1"/>
            </a:solidFill>
          </a:endParaRPr>
        </a:p>
      </dgm:t>
    </dgm:pt>
    <dgm:pt modelId="{504929B9-61A6-4E2F-9156-15D81E171D39}" cxnId="{F1C57ABE-000F-4BE5-B1FD-D5DFAE7F2950}" type="parTrans">
      <dgm:prSet/>
      <dgm:spPr/>
      <dgm:t>
        <a:bodyPr/>
        <a:lstStyle/>
        <a:p>
          <a:endParaRPr lang="zh-CN" altLang="en-US"/>
        </a:p>
      </dgm:t>
    </dgm:pt>
    <dgm:pt modelId="{CB3BCC46-7812-4DD8-B9FE-9FCA422E36DB}" cxnId="{F1C57ABE-000F-4BE5-B1FD-D5DFAE7F2950}" type="sibTrans">
      <dgm:prSet/>
      <dgm:spPr/>
      <dgm:t>
        <a:bodyPr/>
        <a:lstStyle/>
        <a:p>
          <a:endParaRPr lang="zh-CN" altLang="en-US"/>
        </a:p>
      </dgm:t>
    </dgm:pt>
    <dgm:pt modelId="{89D15A08-00F1-4162-801B-093626FE8084}">
      <dgm:prSet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pPr rtl="0"/>
          <a:r>
            <a:rPr lang="zh-CN" altLang="en-US" sz="2800" b="1" dirty="0" smtClean="0">
              <a:solidFill>
                <a:schemeClr val="bg1"/>
              </a:solidFill>
            </a:rPr>
            <a:t>生物中心主义</a:t>
          </a:r>
          <a:endParaRPr lang="zh-CN" altLang="en-US" sz="2800" b="1" dirty="0">
            <a:solidFill>
              <a:schemeClr val="bg1"/>
            </a:solidFill>
          </a:endParaRPr>
        </a:p>
      </dgm:t>
    </dgm:pt>
    <dgm:pt modelId="{F32B6A4C-A6A8-4430-BD37-D3A396E62BD0}" cxnId="{BFEC6F0D-D8FF-42F9-BE3A-4DD913D5CFA7}" type="parTrans">
      <dgm:prSet/>
      <dgm:spPr/>
      <dgm:t>
        <a:bodyPr/>
        <a:lstStyle/>
        <a:p>
          <a:endParaRPr lang="zh-CN" altLang="en-US"/>
        </a:p>
      </dgm:t>
    </dgm:pt>
    <dgm:pt modelId="{A007DF0B-2AA0-4174-B028-D9CFE967C651}" cxnId="{BFEC6F0D-D8FF-42F9-BE3A-4DD913D5CFA7}" type="sibTrans">
      <dgm:prSet/>
      <dgm:spPr/>
      <dgm:t>
        <a:bodyPr/>
        <a:lstStyle/>
        <a:p>
          <a:endParaRPr lang="zh-CN" altLang="en-US"/>
        </a:p>
      </dgm:t>
    </dgm:pt>
    <dgm:pt modelId="{5FE6E0DE-9268-4561-BBBF-48D2CAB7529D}">
      <dgm:prSet custT="1"/>
      <dgm:spPr>
        <a:solidFill>
          <a:schemeClr val="accent1">
            <a:lumMod val="50000"/>
          </a:schemeClr>
        </a:solidFill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pPr rtl="0"/>
          <a:r>
            <a:rPr lang="zh-CN" altLang="en-US" sz="2800" b="1" dirty="0" smtClean="0">
              <a:solidFill>
                <a:schemeClr val="bg1"/>
              </a:solidFill>
            </a:rPr>
            <a:t>生态整体主义</a:t>
          </a:r>
          <a:endParaRPr lang="zh-CN" altLang="en-US" sz="2800" b="1" dirty="0">
            <a:solidFill>
              <a:schemeClr val="bg1"/>
            </a:solidFill>
          </a:endParaRPr>
        </a:p>
      </dgm:t>
    </dgm:pt>
    <dgm:pt modelId="{643F6A37-6408-4D00-A036-122D65579CB8}" cxnId="{DA2B499D-BB36-4489-B0ED-09E85540D873}" type="parTrans">
      <dgm:prSet/>
      <dgm:spPr/>
      <dgm:t>
        <a:bodyPr/>
        <a:lstStyle/>
        <a:p>
          <a:endParaRPr lang="zh-CN" altLang="en-US"/>
        </a:p>
      </dgm:t>
    </dgm:pt>
    <dgm:pt modelId="{AC4AFBAF-00F8-4AFB-B2AF-B6ED45474770}" cxnId="{DA2B499D-BB36-4489-B0ED-09E85540D873}" type="sibTrans">
      <dgm:prSet/>
      <dgm:spPr/>
      <dgm:t>
        <a:bodyPr/>
        <a:lstStyle/>
        <a:p>
          <a:endParaRPr lang="zh-CN" altLang="en-US"/>
        </a:p>
      </dgm:t>
    </dgm:pt>
    <dgm:pt modelId="{3A1E58B6-D6D8-4860-9044-C7B468912376}" type="pres">
      <dgm:prSet presAssocID="{A7BE39EC-E32E-497D-B400-2E24F8E5DF6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737DBC1E-4BF0-478E-9F29-4F68309A5953}" type="pres">
      <dgm:prSet presAssocID="{AF76E8EF-26F2-4B64-A732-902DCFD0123F}" presName="hierRoot1" presStyleCnt="0">
        <dgm:presLayoutVars>
          <dgm:hierBranch val="init"/>
        </dgm:presLayoutVars>
      </dgm:prSet>
      <dgm:spPr/>
    </dgm:pt>
    <dgm:pt modelId="{AAA5E9BF-9563-4AD2-9A17-8E018ACC041B}" type="pres">
      <dgm:prSet presAssocID="{AF76E8EF-26F2-4B64-A732-902DCFD0123F}" presName="rootComposite1" presStyleCnt="0"/>
      <dgm:spPr/>
    </dgm:pt>
    <dgm:pt modelId="{640B6A17-45D7-4911-8F38-9B8A210B4409}" type="pres">
      <dgm:prSet presAssocID="{AF76E8EF-26F2-4B64-A732-902DCFD0123F}" presName="rootText1" presStyleLbl="node0" presStyleIdx="0" presStyleCnt="1" custScaleX="15794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3301283-73D8-403F-B8AC-47D893188D07}" type="pres">
      <dgm:prSet presAssocID="{AF76E8EF-26F2-4B64-A732-902DCFD0123F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CE67DDD9-36A3-4E5A-ABA2-7A27AA5169A3}" type="pres">
      <dgm:prSet presAssocID="{AF76E8EF-26F2-4B64-A732-902DCFD0123F}" presName="hierChild2" presStyleCnt="0"/>
      <dgm:spPr/>
    </dgm:pt>
    <dgm:pt modelId="{B0D61105-5748-4C27-AC8C-F2B8831BEEF7}" type="pres">
      <dgm:prSet presAssocID="{504929B9-61A6-4E2F-9156-15D81E171D39}" presName="Name37" presStyleLbl="parChTrans1D2" presStyleIdx="0" presStyleCnt="3"/>
      <dgm:spPr/>
      <dgm:t>
        <a:bodyPr/>
        <a:lstStyle/>
        <a:p>
          <a:endParaRPr lang="zh-CN" altLang="en-US"/>
        </a:p>
      </dgm:t>
    </dgm:pt>
    <dgm:pt modelId="{694EE5C1-07D9-4AE8-92CD-E6CDDB19C915}" type="pres">
      <dgm:prSet presAssocID="{676E84CE-E54A-408F-8005-13F35D98F6B5}" presName="hierRoot2" presStyleCnt="0">
        <dgm:presLayoutVars>
          <dgm:hierBranch val="init"/>
        </dgm:presLayoutVars>
      </dgm:prSet>
      <dgm:spPr/>
    </dgm:pt>
    <dgm:pt modelId="{AC378B12-B805-4332-A756-B35F5CD7D0BA}" type="pres">
      <dgm:prSet presAssocID="{676E84CE-E54A-408F-8005-13F35D98F6B5}" presName="rootComposite" presStyleCnt="0"/>
      <dgm:spPr/>
    </dgm:pt>
    <dgm:pt modelId="{2F089FA7-42BD-4C6C-B942-0A4400A41DF8}" type="pres">
      <dgm:prSet presAssocID="{676E84CE-E54A-408F-8005-13F35D98F6B5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89C6421-B901-44BD-9506-F2F3665CBA50}" type="pres">
      <dgm:prSet presAssocID="{676E84CE-E54A-408F-8005-13F35D98F6B5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BBEFCC9C-F836-424D-9065-5EB3565568C5}" type="pres">
      <dgm:prSet presAssocID="{676E84CE-E54A-408F-8005-13F35D98F6B5}" presName="hierChild4" presStyleCnt="0"/>
      <dgm:spPr/>
    </dgm:pt>
    <dgm:pt modelId="{2EF7C27F-CFC0-4952-9C00-2E7ECBE23691}" type="pres">
      <dgm:prSet presAssocID="{676E84CE-E54A-408F-8005-13F35D98F6B5}" presName="hierChild5" presStyleCnt="0"/>
      <dgm:spPr/>
    </dgm:pt>
    <dgm:pt modelId="{8A03D554-8A39-4306-8FAC-DAA5D84BF4F1}" type="pres">
      <dgm:prSet presAssocID="{F32B6A4C-A6A8-4430-BD37-D3A396E62BD0}" presName="Name37" presStyleLbl="parChTrans1D2" presStyleIdx="1" presStyleCnt="3"/>
      <dgm:spPr/>
      <dgm:t>
        <a:bodyPr/>
        <a:lstStyle/>
        <a:p>
          <a:endParaRPr lang="zh-CN" altLang="en-US"/>
        </a:p>
      </dgm:t>
    </dgm:pt>
    <dgm:pt modelId="{FE52526D-0CBF-4306-A1D0-1F93D6BF4303}" type="pres">
      <dgm:prSet presAssocID="{89D15A08-00F1-4162-801B-093626FE8084}" presName="hierRoot2" presStyleCnt="0">
        <dgm:presLayoutVars>
          <dgm:hierBranch val="init"/>
        </dgm:presLayoutVars>
      </dgm:prSet>
      <dgm:spPr/>
    </dgm:pt>
    <dgm:pt modelId="{4BC0529E-1028-4C8D-93F6-04B3276C9319}" type="pres">
      <dgm:prSet presAssocID="{89D15A08-00F1-4162-801B-093626FE8084}" presName="rootComposite" presStyleCnt="0"/>
      <dgm:spPr/>
    </dgm:pt>
    <dgm:pt modelId="{4EC96329-6C67-4B8A-8ADF-35BF1C72966B}" type="pres">
      <dgm:prSet presAssocID="{89D15A08-00F1-4162-801B-093626FE8084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923AA1E-695A-4C37-86E1-8359F05B98A0}" type="pres">
      <dgm:prSet presAssocID="{89D15A08-00F1-4162-801B-093626FE8084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44534E9A-A6B2-4E03-98F7-55FF4B9B28B4}" type="pres">
      <dgm:prSet presAssocID="{89D15A08-00F1-4162-801B-093626FE8084}" presName="hierChild4" presStyleCnt="0"/>
      <dgm:spPr/>
    </dgm:pt>
    <dgm:pt modelId="{2A1F2613-0C06-4B63-BD6A-5F356E3775F7}" type="pres">
      <dgm:prSet presAssocID="{89D15A08-00F1-4162-801B-093626FE8084}" presName="hierChild5" presStyleCnt="0"/>
      <dgm:spPr/>
    </dgm:pt>
    <dgm:pt modelId="{D7A20B01-2801-4E44-9A99-040EB3EAB0CC}" type="pres">
      <dgm:prSet presAssocID="{643F6A37-6408-4D00-A036-122D65579CB8}" presName="Name37" presStyleLbl="parChTrans1D2" presStyleIdx="2" presStyleCnt="3"/>
      <dgm:spPr/>
      <dgm:t>
        <a:bodyPr/>
        <a:lstStyle/>
        <a:p>
          <a:endParaRPr lang="zh-CN" altLang="en-US"/>
        </a:p>
      </dgm:t>
    </dgm:pt>
    <dgm:pt modelId="{771E6BAC-E62B-468F-9A2A-5177330DA001}" type="pres">
      <dgm:prSet presAssocID="{5FE6E0DE-9268-4561-BBBF-48D2CAB7529D}" presName="hierRoot2" presStyleCnt="0">
        <dgm:presLayoutVars>
          <dgm:hierBranch val="init"/>
        </dgm:presLayoutVars>
      </dgm:prSet>
      <dgm:spPr/>
    </dgm:pt>
    <dgm:pt modelId="{6A8B93C3-44A2-42B1-835F-1F1BB716177F}" type="pres">
      <dgm:prSet presAssocID="{5FE6E0DE-9268-4561-BBBF-48D2CAB7529D}" presName="rootComposite" presStyleCnt="0"/>
      <dgm:spPr/>
    </dgm:pt>
    <dgm:pt modelId="{B63A9635-AB7D-46E7-B22C-CF735631E6DA}" type="pres">
      <dgm:prSet presAssocID="{5FE6E0DE-9268-4561-BBBF-48D2CAB7529D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22F42CA-7BD6-42DD-920A-7B2493ECC0A9}" type="pres">
      <dgm:prSet presAssocID="{5FE6E0DE-9268-4561-BBBF-48D2CAB7529D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9FE2A181-62DB-4163-8A06-EF3973F4EF56}" type="pres">
      <dgm:prSet presAssocID="{5FE6E0DE-9268-4561-BBBF-48D2CAB7529D}" presName="hierChild4" presStyleCnt="0"/>
      <dgm:spPr/>
    </dgm:pt>
    <dgm:pt modelId="{CDC1C8DC-0A0A-4750-AE46-E852E8E614C9}" type="pres">
      <dgm:prSet presAssocID="{5FE6E0DE-9268-4561-BBBF-48D2CAB7529D}" presName="hierChild5" presStyleCnt="0"/>
      <dgm:spPr/>
    </dgm:pt>
    <dgm:pt modelId="{8F93EAF3-1071-4029-B846-0D5EBE7DF797}" type="pres">
      <dgm:prSet presAssocID="{AF76E8EF-26F2-4B64-A732-902DCFD0123F}" presName="hierChild3" presStyleCnt="0"/>
      <dgm:spPr/>
    </dgm:pt>
  </dgm:ptLst>
  <dgm:cxnLst>
    <dgm:cxn modelId="{8E4C08F3-EC85-4254-87EC-BB7A0798FEEF}" type="presOf" srcId="{A7BE39EC-E32E-497D-B400-2E24F8E5DF69}" destId="{3A1E58B6-D6D8-4860-9044-C7B468912376}" srcOrd="0" destOrd="0" presId="urn:microsoft.com/office/officeart/2005/8/layout/orgChart1#2"/>
    <dgm:cxn modelId="{161D7E14-9A2F-46A8-96AF-598FC733E9EA}" type="presOf" srcId="{5FE6E0DE-9268-4561-BBBF-48D2CAB7529D}" destId="{A22F42CA-7BD6-42DD-920A-7B2493ECC0A9}" srcOrd="1" destOrd="0" presId="urn:microsoft.com/office/officeart/2005/8/layout/orgChart1#2"/>
    <dgm:cxn modelId="{F1C57ABE-000F-4BE5-B1FD-D5DFAE7F2950}" srcId="{AF76E8EF-26F2-4B64-A732-902DCFD0123F}" destId="{676E84CE-E54A-408F-8005-13F35D98F6B5}" srcOrd="0" destOrd="0" parTransId="{504929B9-61A6-4E2F-9156-15D81E171D39}" sibTransId="{CB3BCC46-7812-4DD8-B9FE-9FCA422E36DB}"/>
    <dgm:cxn modelId="{FCCB52CF-3BD1-477F-9945-6E6AA63BE49F}" type="presOf" srcId="{5FE6E0DE-9268-4561-BBBF-48D2CAB7529D}" destId="{B63A9635-AB7D-46E7-B22C-CF735631E6DA}" srcOrd="0" destOrd="0" presId="urn:microsoft.com/office/officeart/2005/8/layout/orgChart1#2"/>
    <dgm:cxn modelId="{DA2B499D-BB36-4489-B0ED-09E85540D873}" srcId="{AF76E8EF-26F2-4B64-A732-902DCFD0123F}" destId="{5FE6E0DE-9268-4561-BBBF-48D2CAB7529D}" srcOrd="2" destOrd="0" parTransId="{643F6A37-6408-4D00-A036-122D65579CB8}" sibTransId="{AC4AFBAF-00F8-4AFB-B2AF-B6ED45474770}"/>
    <dgm:cxn modelId="{BFEC6F0D-D8FF-42F9-BE3A-4DD913D5CFA7}" srcId="{AF76E8EF-26F2-4B64-A732-902DCFD0123F}" destId="{89D15A08-00F1-4162-801B-093626FE8084}" srcOrd="1" destOrd="0" parTransId="{F32B6A4C-A6A8-4430-BD37-D3A396E62BD0}" sibTransId="{A007DF0B-2AA0-4174-B028-D9CFE967C651}"/>
    <dgm:cxn modelId="{04F0821C-14E9-46CB-B38F-89D5B69052B6}" type="presOf" srcId="{AF76E8EF-26F2-4B64-A732-902DCFD0123F}" destId="{43301283-73D8-403F-B8AC-47D893188D07}" srcOrd="1" destOrd="0" presId="urn:microsoft.com/office/officeart/2005/8/layout/orgChart1#2"/>
    <dgm:cxn modelId="{C36B019F-54F3-4F58-A952-54226B583C8E}" type="presOf" srcId="{89D15A08-00F1-4162-801B-093626FE8084}" destId="{4EC96329-6C67-4B8A-8ADF-35BF1C72966B}" srcOrd="0" destOrd="0" presId="urn:microsoft.com/office/officeart/2005/8/layout/orgChart1#2"/>
    <dgm:cxn modelId="{9A144ADA-1791-4036-BDC4-C6F1EF44A565}" srcId="{A7BE39EC-E32E-497D-B400-2E24F8E5DF69}" destId="{AF76E8EF-26F2-4B64-A732-902DCFD0123F}" srcOrd="0" destOrd="0" parTransId="{C7E54A78-82C8-4855-921C-336C5F96C87B}" sibTransId="{5375F998-8DC9-4F63-BAA2-B078A8514A8B}"/>
    <dgm:cxn modelId="{829F723A-1834-4EEC-A31E-F03263D60A18}" type="presOf" srcId="{676E84CE-E54A-408F-8005-13F35D98F6B5}" destId="{D89C6421-B901-44BD-9506-F2F3665CBA50}" srcOrd="1" destOrd="0" presId="urn:microsoft.com/office/officeart/2005/8/layout/orgChart1#2"/>
    <dgm:cxn modelId="{F89C4FDB-47BB-4169-B18B-900B945BA41E}" type="presOf" srcId="{643F6A37-6408-4D00-A036-122D65579CB8}" destId="{D7A20B01-2801-4E44-9A99-040EB3EAB0CC}" srcOrd="0" destOrd="0" presId="urn:microsoft.com/office/officeart/2005/8/layout/orgChart1#2"/>
    <dgm:cxn modelId="{112AB6ED-4657-4F69-BAAA-CE4712D219F6}" type="presOf" srcId="{89D15A08-00F1-4162-801B-093626FE8084}" destId="{3923AA1E-695A-4C37-86E1-8359F05B98A0}" srcOrd="1" destOrd="0" presId="urn:microsoft.com/office/officeart/2005/8/layout/orgChart1#2"/>
    <dgm:cxn modelId="{FB1FA1DE-5568-43B5-B2BF-45595A901EB0}" type="presOf" srcId="{504929B9-61A6-4E2F-9156-15D81E171D39}" destId="{B0D61105-5748-4C27-AC8C-F2B8831BEEF7}" srcOrd="0" destOrd="0" presId="urn:microsoft.com/office/officeart/2005/8/layout/orgChart1#2"/>
    <dgm:cxn modelId="{867B4FC7-99E6-4322-ACA2-250BE2B1D5D5}" type="presOf" srcId="{F32B6A4C-A6A8-4430-BD37-D3A396E62BD0}" destId="{8A03D554-8A39-4306-8FAC-DAA5D84BF4F1}" srcOrd="0" destOrd="0" presId="urn:microsoft.com/office/officeart/2005/8/layout/orgChart1#2"/>
    <dgm:cxn modelId="{6E6E44BD-65C6-4537-B3FE-1BC2AC70F120}" type="presOf" srcId="{AF76E8EF-26F2-4B64-A732-902DCFD0123F}" destId="{640B6A17-45D7-4911-8F38-9B8A210B4409}" srcOrd="0" destOrd="0" presId="urn:microsoft.com/office/officeart/2005/8/layout/orgChart1#2"/>
    <dgm:cxn modelId="{F23C20E7-96EA-4167-B92D-6E19748A7769}" type="presOf" srcId="{676E84CE-E54A-408F-8005-13F35D98F6B5}" destId="{2F089FA7-42BD-4C6C-B942-0A4400A41DF8}" srcOrd="0" destOrd="0" presId="urn:microsoft.com/office/officeart/2005/8/layout/orgChart1#2"/>
    <dgm:cxn modelId="{3B880C07-B06A-4543-AAD8-6EBD5BEE05D2}" type="presParOf" srcId="{3A1E58B6-D6D8-4860-9044-C7B468912376}" destId="{737DBC1E-4BF0-478E-9F29-4F68309A5953}" srcOrd="0" destOrd="0" presId="urn:microsoft.com/office/officeart/2005/8/layout/orgChart1#2"/>
    <dgm:cxn modelId="{7B038312-3AB2-41D8-986A-E490EF242573}" type="presParOf" srcId="{737DBC1E-4BF0-478E-9F29-4F68309A5953}" destId="{AAA5E9BF-9563-4AD2-9A17-8E018ACC041B}" srcOrd="0" destOrd="0" presId="urn:microsoft.com/office/officeart/2005/8/layout/orgChart1#2"/>
    <dgm:cxn modelId="{DACF083E-756A-4D60-BB8F-BA852D032883}" type="presParOf" srcId="{AAA5E9BF-9563-4AD2-9A17-8E018ACC041B}" destId="{640B6A17-45D7-4911-8F38-9B8A210B4409}" srcOrd="0" destOrd="0" presId="urn:microsoft.com/office/officeart/2005/8/layout/orgChart1#2"/>
    <dgm:cxn modelId="{1B8963E2-CA69-4450-929D-35C1CDE4F38E}" type="presParOf" srcId="{AAA5E9BF-9563-4AD2-9A17-8E018ACC041B}" destId="{43301283-73D8-403F-B8AC-47D893188D07}" srcOrd="1" destOrd="0" presId="urn:microsoft.com/office/officeart/2005/8/layout/orgChart1#2"/>
    <dgm:cxn modelId="{636954E4-5A17-4426-86C5-B86B26FE5DC2}" type="presParOf" srcId="{737DBC1E-4BF0-478E-9F29-4F68309A5953}" destId="{CE67DDD9-36A3-4E5A-ABA2-7A27AA5169A3}" srcOrd="1" destOrd="0" presId="urn:microsoft.com/office/officeart/2005/8/layout/orgChart1#2"/>
    <dgm:cxn modelId="{E0D936FB-8AC7-4B44-8512-306A8CAED4BB}" type="presParOf" srcId="{CE67DDD9-36A3-4E5A-ABA2-7A27AA5169A3}" destId="{B0D61105-5748-4C27-AC8C-F2B8831BEEF7}" srcOrd="0" destOrd="0" presId="urn:microsoft.com/office/officeart/2005/8/layout/orgChart1#2"/>
    <dgm:cxn modelId="{D07447E8-E793-44FD-9A29-68D1FD23B921}" type="presParOf" srcId="{CE67DDD9-36A3-4E5A-ABA2-7A27AA5169A3}" destId="{694EE5C1-07D9-4AE8-92CD-E6CDDB19C915}" srcOrd="1" destOrd="0" presId="urn:microsoft.com/office/officeart/2005/8/layout/orgChart1#2"/>
    <dgm:cxn modelId="{5BD06BB2-A90C-4EE7-A149-F457DEBF1513}" type="presParOf" srcId="{694EE5C1-07D9-4AE8-92CD-E6CDDB19C915}" destId="{AC378B12-B805-4332-A756-B35F5CD7D0BA}" srcOrd="0" destOrd="0" presId="urn:microsoft.com/office/officeart/2005/8/layout/orgChart1#2"/>
    <dgm:cxn modelId="{B272444D-818E-4C95-8BB9-8D673E8E169D}" type="presParOf" srcId="{AC378B12-B805-4332-A756-B35F5CD7D0BA}" destId="{2F089FA7-42BD-4C6C-B942-0A4400A41DF8}" srcOrd="0" destOrd="0" presId="urn:microsoft.com/office/officeart/2005/8/layout/orgChart1#2"/>
    <dgm:cxn modelId="{AADA8909-8B05-4FC8-BD48-878710C1BC4D}" type="presParOf" srcId="{AC378B12-B805-4332-A756-B35F5CD7D0BA}" destId="{D89C6421-B901-44BD-9506-F2F3665CBA50}" srcOrd="1" destOrd="0" presId="urn:microsoft.com/office/officeart/2005/8/layout/orgChart1#2"/>
    <dgm:cxn modelId="{AA29D7A7-B78B-4E98-A082-C82A3B1811D0}" type="presParOf" srcId="{694EE5C1-07D9-4AE8-92CD-E6CDDB19C915}" destId="{BBEFCC9C-F836-424D-9065-5EB3565568C5}" srcOrd="1" destOrd="0" presId="urn:microsoft.com/office/officeart/2005/8/layout/orgChart1#2"/>
    <dgm:cxn modelId="{D9301DE9-FD28-4DEB-88F9-241ADA39B987}" type="presParOf" srcId="{694EE5C1-07D9-4AE8-92CD-E6CDDB19C915}" destId="{2EF7C27F-CFC0-4952-9C00-2E7ECBE23691}" srcOrd="2" destOrd="0" presId="urn:microsoft.com/office/officeart/2005/8/layout/orgChart1#2"/>
    <dgm:cxn modelId="{9B517CFE-B4BC-4903-ACA1-559A8D40D844}" type="presParOf" srcId="{CE67DDD9-36A3-4E5A-ABA2-7A27AA5169A3}" destId="{8A03D554-8A39-4306-8FAC-DAA5D84BF4F1}" srcOrd="2" destOrd="0" presId="urn:microsoft.com/office/officeart/2005/8/layout/orgChart1#2"/>
    <dgm:cxn modelId="{8AE3B07A-E8AB-49F4-B94E-BDB64709B852}" type="presParOf" srcId="{CE67DDD9-36A3-4E5A-ABA2-7A27AA5169A3}" destId="{FE52526D-0CBF-4306-A1D0-1F93D6BF4303}" srcOrd="3" destOrd="0" presId="urn:microsoft.com/office/officeart/2005/8/layout/orgChart1#2"/>
    <dgm:cxn modelId="{80D20B9B-FE72-41D1-AC7B-AE30FB888731}" type="presParOf" srcId="{FE52526D-0CBF-4306-A1D0-1F93D6BF4303}" destId="{4BC0529E-1028-4C8D-93F6-04B3276C9319}" srcOrd="0" destOrd="0" presId="urn:microsoft.com/office/officeart/2005/8/layout/orgChart1#2"/>
    <dgm:cxn modelId="{D19F747F-84E8-4F2A-A0D9-2336E494A8FA}" type="presParOf" srcId="{4BC0529E-1028-4C8D-93F6-04B3276C9319}" destId="{4EC96329-6C67-4B8A-8ADF-35BF1C72966B}" srcOrd="0" destOrd="0" presId="urn:microsoft.com/office/officeart/2005/8/layout/orgChart1#2"/>
    <dgm:cxn modelId="{DAA1D114-135A-478D-A962-E02D353E8291}" type="presParOf" srcId="{4BC0529E-1028-4C8D-93F6-04B3276C9319}" destId="{3923AA1E-695A-4C37-86E1-8359F05B98A0}" srcOrd="1" destOrd="0" presId="urn:microsoft.com/office/officeart/2005/8/layout/orgChart1#2"/>
    <dgm:cxn modelId="{A76BB38D-8E65-4880-8244-EF739BCCFADF}" type="presParOf" srcId="{FE52526D-0CBF-4306-A1D0-1F93D6BF4303}" destId="{44534E9A-A6B2-4E03-98F7-55FF4B9B28B4}" srcOrd="1" destOrd="0" presId="urn:microsoft.com/office/officeart/2005/8/layout/orgChart1#2"/>
    <dgm:cxn modelId="{6C1C8FA6-A1BA-4257-BB2D-4F1FE6F41A81}" type="presParOf" srcId="{FE52526D-0CBF-4306-A1D0-1F93D6BF4303}" destId="{2A1F2613-0C06-4B63-BD6A-5F356E3775F7}" srcOrd="2" destOrd="0" presId="urn:microsoft.com/office/officeart/2005/8/layout/orgChart1#2"/>
    <dgm:cxn modelId="{26909C28-0680-48F2-BC9F-49F3FE527CF1}" type="presParOf" srcId="{CE67DDD9-36A3-4E5A-ABA2-7A27AA5169A3}" destId="{D7A20B01-2801-4E44-9A99-040EB3EAB0CC}" srcOrd="4" destOrd="0" presId="urn:microsoft.com/office/officeart/2005/8/layout/orgChart1#2"/>
    <dgm:cxn modelId="{9FD8178C-07BB-4243-BBAB-CA8A467E9B1E}" type="presParOf" srcId="{CE67DDD9-36A3-4E5A-ABA2-7A27AA5169A3}" destId="{771E6BAC-E62B-468F-9A2A-5177330DA001}" srcOrd="5" destOrd="0" presId="urn:microsoft.com/office/officeart/2005/8/layout/orgChart1#2"/>
    <dgm:cxn modelId="{B5380171-B1FA-40BA-BF0B-216E52A73307}" type="presParOf" srcId="{771E6BAC-E62B-468F-9A2A-5177330DA001}" destId="{6A8B93C3-44A2-42B1-835F-1F1BB716177F}" srcOrd="0" destOrd="0" presId="urn:microsoft.com/office/officeart/2005/8/layout/orgChart1#2"/>
    <dgm:cxn modelId="{212F0A8D-1AAE-4006-BCD6-DF4B00C4EC40}" type="presParOf" srcId="{6A8B93C3-44A2-42B1-835F-1F1BB716177F}" destId="{B63A9635-AB7D-46E7-B22C-CF735631E6DA}" srcOrd="0" destOrd="0" presId="urn:microsoft.com/office/officeart/2005/8/layout/orgChart1#2"/>
    <dgm:cxn modelId="{619F7915-B6F8-4F23-A766-E405D8DAFE84}" type="presParOf" srcId="{6A8B93C3-44A2-42B1-835F-1F1BB716177F}" destId="{A22F42CA-7BD6-42DD-920A-7B2493ECC0A9}" srcOrd="1" destOrd="0" presId="urn:microsoft.com/office/officeart/2005/8/layout/orgChart1#2"/>
    <dgm:cxn modelId="{E7C0F1DE-67BF-425D-B29D-4138036D09AE}" type="presParOf" srcId="{771E6BAC-E62B-468F-9A2A-5177330DA001}" destId="{9FE2A181-62DB-4163-8A06-EF3973F4EF56}" srcOrd="1" destOrd="0" presId="urn:microsoft.com/office/officeart/2005/8/layout/orgChart1#2"/>
    <dgm:cxn modelId="{D86E6562-8C61-4693-AAAF-1ABDA4D5F1C5}" type="presParOf" srcId="{771E6BAC-E62B-468F-9A2A-5177330DA001}" destId="{CDC1C8DC-0A0A-4750-AE46-E852E8E614C9}" srcOrd="2" destOrd="0" presId="urn:microsoft.com/office/officeart/2005/8/layout/orgChart1#2"/>
    <dgm:cxn modelId="{8631B795-AED5-432E-96FE-82FEC327E1FD}" type="presParOf" srcId="{737DBC1E-4BF0-478E-9F29-4F68309A5953}" destId="{8F93EAF3-1071-4029-B846-0D5EBE7DF797}" srcOrd="2" destOrd="0" presId="urn:microsoft.com/office/officeart/2005/8/layout/orgChart1#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0F6F18-A247-4067-901D-F7E5B401E3F1}" type="doc">
      <dgm:prSet loTypeId="urn:microsoft.com/office/officeart/2005/8/layout/hProcess11#1" loCatId="process" qsTypeId="urn:microsoft.com/office/officeart/2005/8/quickstyle/simple1#4" qsCatId="simple" csTypeId="urn:microsoft.com/office/officeart/2005/8/colors/accent2_2#1" csCatId="accent2" phldr="1"/>
      <dgm:spPr/>
      <dgm:t>
        <a:bodyPr/>
        <a:lstStyle/>
        <a:p>
          <a:endParaRPr lang="zh-CN" altLang="en-US"/>
        </a:p>
      </dgm:t>
    </dgm:pt>
    <dgm:pt modelId="{2C248CCE-4768-4AFB-A8A0-62941CFF4DD2}">
      <dgm:prSet/>
      <dgm:spPr/>
      <dgm:t>
        <a:bodyPr/>
        <a:lstStyle/>
        <a:p>
          <a:pPr rtl="0"/>
          <a:r>
            <a:rPr lang="zh-CN" dirty="0" smtClean="0"/>
            <a:t>道德境界的递进关系（道德关怀的范围扩展）</a:t>
          </a:r>
          <a:endParaRPr lang="zh-CN" dirty="0"/>
        </a:p>
      </dgm:t>
    </dgm:pt>
    <dgm:pt modelId="{A94DAB95-4177-4C1C-A1B3-B9F1D997533F}" cxnId="{975F7D6C-35B4-4EAF-AFE3-2A38D680AE5D}" type="parTrans">
      <dgm:prSet/>
      <dgm:spPr/>
      <dgm:t>
        <a:bodyPr/>
        <a:lstStyle/>
        <a:p>
          <a:endParaRPr lang="zh-CN" altLang="en-US"/>
        </a:p>
      </dgm:t>
    </dgm:pt>
    <dgm:pt modelId="{FDC719E4-7EB3-4D14-A8AD-147C675DEF0B}" cxnId="{975F7D6C-35B4-4EAF-AFE3-2A38D680AE5D}" type="sibTrans">
      <dgm:prSet/>
      <dgm:spPr/>
      <dgm:t>
        <a:bodyPr/>
        <a:lstStyle/>
        <a:p>
          <a:endParaRPr lang="zh-CN" altLang="en-US"/>
        </a:p>
      </dgm:t>
    </dgm:pt>
    <dgm:pt modelId="{965670E4-8603-4D64-A66E-A5F3625D57AA}" type="pres">
      <dgm:prSet presAssocID="{3C0F6F18-A247-4067-901D-F7E5B401E3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3E16EDF-87A4-4BFF-8E7C-2324985FFFC3}" type="pres">
      <dgm:prSet presAssocID="{3C0F6F18-A247-4067-901D-F7E5B401E3F1}" presName="arrow" presStyleLbl="bgShp" presStyleIdx="0" presStyleCnt="1" custLinFactNeighborY="24321"/>
      <dgm:spPr/>
    </dgm:pt>
    <dgm:pt modelId="{0C9332F4-1DE3-4E57-8F44-61514C27F32D}" type="pres">
      <dgm:prSet presAssocID="{3C0F6F18-A247-4067-901D-F7E5B401E3F1}" presName="points" presStyleCnt="0"/>
      <dgm:spPr/>
    </dgm:pt>
    <dgm:pt modelId="{FD053E9A-F3B8-4177-8553-E5BD210455B5}" type="pres">
      <dgm:prSet presAssocID="{2C248CCE-4768-4AFB-A8A0-62941CFF4DD2}" presName="compositeA" presStyleCnt="0"/>
      <dgm:spPr/>
    </dgm:pt>
    <dgm:pt modelId="{13EF1CBA-2402-47E9-89B5-6D8ACED9ADB8}" type="pres">
      <dgm:prSet presAssocID="{2C248CCE-4768-4AFB-A8A0-62941CFF4DD2}" presName="textA" presStyleLbl="revTx" presStyleIdx="0" presStyleCnt="1" custScaleX="111220" custScaleY="143358" custLinFactNeighborX="2186" custLinFactNeighborY="1083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3BD97C-C1CD-48A4-AD0E-9D91D33F04B7}" type="pres">
      <dgm:prSet presAssocID="{2C248CCE-4768-4AFB-A8A0-62941CFF4DD2}" presName="circleA" presStyleLbl="node1" presStyleIdx="0" presStyleCnt="1" custFlipHor="1" custScaleX="2000000" custScaleY="40649"/>
      <dgm:spPr/>
    </dgm:pt>
    <dgm:pt modelId="{E77BF10F-0DAB-42B7-98D4-DABFC6F4A776}" type="pres">
      <dgm:prSet presAssocID="{2C248CCE-4768-4AFB-A8A0-62941CFF4DD2}" presName="spaceA" presStyleCnt="0"/>
      <dgm:spPr/>
    </dgm:pt>
  </dgm:ptLst>
  <dgm:cxnLst>
    <dgm:cxn modelId="{4FB2F594-DC61-44EA-ACF5-43E4FED08E61}" type="presOf" srcId="{2C248CCE-4768-4AFB-A8A0-62941CFF4DD2}" destId="{13EF1CBA-2402-47E9-89B5-6D8ACED9ADB8}" srcOrd="0" destOrd="0" presId="urn:microsoft.com/office/officeart/2005/8/layout/hProcess11#1"/>
    <dgm:cxn modelId="{975F7D6C-35B4-4EAF-AFE3-2A38D680AE5D}" srcId="{3C0F6F18-A247-4067-901D-F7E5B401E3F1}" destId="{2C248CCE-4768-4AFB-A8A0-62941CFF4DD2}" srcOrd="0" destOrd="0" parTransId="{A94DAB95-4177-4C1C-A1B3-B9F1D997533F}" sibTransId="{FDC719E4-7EB3-4D14-A8AD-147C675DEF0B}"/>
    <dgm:cxn modelId="{CBF5755A-9436-4B8F-A3D9-160DD7E97D25}" type="presOf" srcId="{3C0F6F18-A247-4067-901D-F7E5B401E3F1}" destId="{965670E4-8603-4D64-A66E-A5F3625D57AA}" srcOrd="0" destOrd="0" presId="urn:microsoft.com/office/officeart/2005/8/layout/hProcess11#1"/>
    <dgm:cxn modelId="{C559B7DC-7904-4F03-A790-1FED18DA5BC3}" type="presParOf" srcId="{965670E4-8603-4D64-A66E-A5F3625D57AA}" destId="{A3E16EDF-87A4-4BFF-8E7C-2324985FFFC3}" srcOrd="0" destOrd="0" presId="urn:microsoft.com/office/officeart/2005/8/layout/hProcess11#1"/>
    <dgm:cxn modelId="{B537853B-8D5A-4EB6-96AD-D279B20F21F8}" type="presParOf" srcId="{965670E4-8603-4D64-A66E-A5F3625D57AA}" destId="{0C9332F4-1DE3-4E57-8F44-61514C27F32D}" srcOrd="1" destOrd="0" presId="urn:microsoft.com/office/officeart/2005/8/layout/hProcess11#1"/>
    <dgm:cxn modelId="{7D926EB5-AC8C-4FC1-9392-143E72B7A698}" type="presParOf" srcId="{0C9332F4-1DE3-4E57-8F44-61514C27F32D}" destId="{FD053E9A-F3B8-4177-8553-E5BD210455B5}" srcOrd="0" destOrd="0" presId="urn:microsoft.com/office/officeart/2005/8/layout/hProcess11#1"/>
    <dgm:cxn modelId="{A95D922B-C49C-4D1B-9BD4-455525CF7722}" type="presParOf" srcId="{FD053E9A-F3B8-4177-8553-E5BD210455B5}" destId="{13EF1CBA-2402-47E9-89B5-6D8ACED9ADB8}" srcOrd="0" destOrd="0" presId="urn:microsoft.com/office/officeart/2005/8/layout/hProcess11#1"/>
    <dgm:cxn modelId="{4B2E2414-3124-4A43-B637-6BE0F161CE22}" type="presParOf" srcId="{FD053E9A-F3B8-4177-8553-E5BD210455B5}" destId="{193BD97C-C1CD-48A4-AD0E-9D91D33F04B7}" srcOrd="1" destOrd="0" presId="urn:microsoft.com/office/officeart/2005/8/layout/hProcess11#1"/>
    <dgm:cxn modelId="{D2758342-417E-44BA-B92C-9E4D94892401}" type="presParOf" srcId="{FD053E9A-F3B8-4177-8553-E5BD210455B5}" destId="{E77BF10F-0DAB-42B7-98D4-DABFC6F4A776}" srcOrd="2" destOrd="0" presId="urn:microsoft.com/office/officeart/2005/8/layout/hProcess11#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9FAFED-5390-45E8-A77D-0A79B3654B12}" type="doc">
      <dgm:prSet loTypeId="urn:microsoft.com/office/officeart/2005/8/layout/vList2#1" loCatId="list" qsTypeId="urn:microsoft.com/office/officeart/2005/8/quickstyle/simple1#5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C70A391B-45CA-425C-93B5-0442643EF2E1}">
      <dgm:prSet custT="1"/>
      <dgm:spPr>
        <a:solidFill>
          <a:schemeClr val="bg1">
            <a:lumMod val="75000"/>
            <a:lumOff val="25000"/>
          </a:schemeClr>
        </a:solidFill>
      </dgm:spPr>
      <dgm:t>
        <a:bodyPr/>
        <a:lstStyle/>
        <a:p>
          <a:pPr algn="ctr" rtl="0"/>
          <a:r>
            <a:rPr lang="zh-CN" altLang="en-US" sz="2800" dirty="0" smtClean="0"/>
            <a:t>人类中心主义</a:t>
          </a:r>
          <a:endParaRPr lang="zh-CN" altLang="en-US" sz="2800" dirty="0"/>
        </a:p>
      </dgm:t>
    </dgm:pt>
    <dgm:pt modelId="{9D692614-9950-4BAF-905A-CF8AA189EE3D}" cxnId="{59CC090E-424B-4A1E-A42D-764EFE38F873}" type="parTrans">
      <dgm:prSet/>
      <dgm:spPr/>
      <dgm:t>
        <a:bodyPr/>
        <a:lstStyle/>
        <a:p>
          <a:endParaRPr lang="zh-CN" altLang="en-US"/>
        </a:p>
      </dgm:t>
    </dgm:pt>
    <dgm:pt modelId="{CFBE87C6-4877-434E-BCE5-226B0AE81D4F}" cxnId="{59CC090E-424B-4A1E-A42D-764EFE38F873}" type="sibTrans">
      <dgm:prSet/>
      <dgm:spPr/>
      <dgm:t>
        <a:bodyPr/>
        <a:lstStyle/>
        <a:p>
          <a:endParaRPr lang="zh-CN" altLang="en-US"/>
        </a:p>
      </dgm:t>
    </dgm:pt>
    <dgm:pt modelId="{E9CF355A-A94A-4A02-936E-6FB193A01D3A}" type="pres">
      <dgm:prSet presAssocID="{169FAFED-5390-45E8-A77D-0A79B3654B1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8E94465-EA98-4B91-9B18-B1DA8284FC63}" type="pres">
      <dgm:prSet presAssocID="{C70A391B-45CA-425C-93B5-0442643EF2E1}" presName="parentText" presStyleLbl="node1" presStyleIdx="0" presStyleCnt="1" custLinFactNeighborY="1216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9CC090E-424B-4A1E-A42D-764EFE38F873}" srcId="{169FAFED-5390-45E8-A77D-0A79B3654B12}" destId="{C70A391B-45CA-425C-93B5-0442643EF2E1}" srcOrd="0" destOrd="0" parTransId="{9D692614-9950-4BAF-905A-CF8AA189EE3D}" sibTransId="{CFBE87C6-4877-434E-BCE5-226B0AE81D4F}"/>
    <dgm:cxn modelId="{234C703B-8F1D-476C-A7CC-CB44B6B7AC02}" type="presOf" srcId="{C70A391B-45CA-425C-93B5-0442643EF2E1}" destId="{88E94465-EA98-4B91-9B18-B1DA8284FC63}" srcOrd="0" destOrd="0" presId="urn:microsoft.com/office/officeart/2005/8/layout/vList2#1"/>
    <dgm:cxn modelId="{C0D48B5C-C861-4CD6-92AD-24F41B18E1E9}" type="presOf" srcId="{169FAFED-5390-45E8-A77D-0A79B3654B12}" destId="{E9CF355A-A94A-4A02-936E-6FB193A01D3A}" srcOrd="0" destOrd="0" presId="urn:microsoft.com/office/officeart/2005/8/layout/vList2#1"/>
    <dgm:cxn modelId="{7AF452CC-547D-46A2-98B2-844F1E3003F6}" type="presParOf" srcId="{E9CF355A-A94A-4A02-936E-6FB193A01D3A}" destId="{88E94465-EA98-4B91-9B18-B1DA8284FC63}" srcOrd="0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3CEFB5-C19C-423B-87B0-4C122A838367}" type="doc">
      <dgm:prSet loTypeId="urn:microsoft.com/office/officeart/2005/8/layout/orgChart1#3" loCatId="hierarchy" qsTypeId="urn:microsoft.com/office/officeart/2005/8/quickstyle/simple1#7" qsCatId="simple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9CDAB254-06B9-431C-8730-2A04724B4F1C}">
      <dgm:prSet custT="1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pPr rtl="0"/>
          <a:r>
            <a:rPr lang="zh-CN" altLang="en-US" sz="3600" b="1" dirty="0" smtClean="0">
              <a:latin typeface="华文新魏" panose="02010800040101010101" charset="-122"/>
              <a:ea typeface="华文新魏" panose="02010800040101010101" charset="-122"/>
            </a:rPr>
            <a:t>核心问题</a:t>
          </a:r>
          <a:endParaRPr lang="zh-CN" altLang="en-US" sz="3600" b="1" dirty="0">
            <a:latin typeface="华文新魏" panose="02010800040101010101" charset="-122"/>
            <a:ea typeface="华文新魏" panose="02010800040101010101" charset="-122"/>
          </a:endParaRPr>
        </a:p>
      </dgm:t>
    </dgm:pt>
    <dgm:pt modelId="{6C96C3FD-C69B-4ECD-B92B-F62F0C424D8C}" cxnId="{EF31F17B-CA09-4723-9113-81E77E5D25B5}" type="parTrans">
      <dgm:prSet/>
      <dgm:spPr/>
      <dgm:t>
        <a:bodyPr/>
        <a:lstStyle/>
        <a:p>
          <a:endParaRPr lang="zh-CN" altLang="en-US"/>
        </a:p>
      </dgm:t>
    </dgm:pt>
    <dgm:pt modelId="{3FC32ABA-FD82-4547-9A3C-DE253E55726B}" cxnId="{EF31F17B-CA09-4723-9113-81E77E5D25B5}" type="sibTrans">
      <dgm:prSet/>
      <dgm:spPr/>
      <dgm:t>
        <a:bodyPr/>
        <a:lstStyle/>
        <a:p>
          <a:endParaRPr lang="zh-CN" altLang="en-US"/>
        </a:p>
      </dgm:t>
    </dgm:pt>
    <dgm:pt modelId="{D1F206B8-30CA-4B4D-9369-33C724F31D85}">
      <dgm:prSet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 rtl="0"/>
          <a:r>
            <a:rPr lang="zh-CN" altLang="en-US" sz="3200" dirty="0" smtClean="0"/>
            <a:t>是否承认自然界及其事物拥有内在价值？</a:t>
          </a:r>
          <a:endParaRPr lang="zh-CN" altLang="en-US" sz="3200" dirty="0"/>
        </a:p>
      </dgm:t>
    </dgm:pt>
    <dgm:pt modelId="{E4BCC764-80A5-41DA-B35F-E12F3B4093FC}" cxnId="{65962897-09A9-416A-84A5-AFBFCA7C549C}" type="parTrans">
      <dgm:prSet/>
      <dgm:spPr/>
      <dgm:t>
        <a:bodyPr/>
        <a:lstStyle/>
        <a:p>
          <a:endParaRPr lang="zh-CN" altLang="en-US"/>
        </a:p>
      </dgm:t>
    </dgm:pt>
    <dgm:pt modelId="{4790F428-E83A-4B92-B11B-DD40DDC10447}" cxnId="{65962897-09A9-416A-84A5-AFBFCA7C549C}" type="sibTrans">
      <dgm:prSet/>
      <dgm:spPr/>
      <dgm:t>
        <a:bodyPr/>
        <a:lstStyle/>
        <a:p>
          <a:endParaRPr lang="zh-CN" altLang="en-US"/>
        </a:p>
      </dgm:t>
    </dgm:pt>
    <dgm:pt modelId="{1E805AE4-F1DE-4C19-8206-2AA9EDC474BD}">
      <dgm:prSet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 rtl="0"/>
          <a:r>
            <a:rPr lang="zh-CN" altLang="en-US" sz="3200" dirty="0" smtClean="0"/>
            <a:t>是否承认自然界拥有与内在价值相关的权利？</a:t>
          </a:r>
          <a:endParaRPr lang="zh-CN" altLang="en-US" sz="3200" dirty="0"/>
        </a:p>
      </dgm:t>
    </dgm:pt>
    <dgm:pt modelId="{B46B0FDD-3283-49C9-9C97-3E98760FFEA6}" cxnId="{138EA639-A06C-456F-9450-D5B35009D3D2}" type="parTrans">
      <dgm:prSet/>
      <dgm:spPr/>
      <dgm:t>
        <a:bodyPr/>
        <a:lstStyle/>
        <a:p>
          <a:endParaRPr lang="zh-CN" altLang="en-US"/>
        </a:p>
      </dgm:t>
    </dgm:pt>
    <dgm:pt modelId="{0EC2F687-816B-451A-80F4-16F14FCC98D0}" cxnId="{138EA639-A06C-456F-9450-D5B35009D3D2}" type="sibTrans">
      <dgm:prSet/>
      <dgm:spPr/>
      <dgm:t>
        <a:bodyPr/>
        <a:lstStyle/>
        <a:p>
          <a:endParaRPr lang="zh-CN" altLang="en-US"/>
        </a:p>
      </dgm:t>
    </dgm:pt>
    <dgm:pt modelId="{7BCD2D15-D05A-4018-8B2B-7DB878FD7EEA}" type="pres">
      <dgm:prSet presAssocID="{5C3CEFB5-C19C-423B-87B0-4C122A8383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A8382951-215F-4599-8623-1AC7790C7577}" type="pres">
      <dgm:prSet presAssocID="{9CDAB254-06B9-431C-8730-2A04724B4F1C}" presName="hierRoot1" presStyleCnt="0">
        <dgm:presLayoutVars>
          <dgm:hierBranch val="init"/>
        </dgm:presLayoutVars>
      </dgm:prSet>
      <dgm:spPr/>
    </dgm:pt>
    <dgm:pt modelId="{47F99360-6871-47E3-8A04-2D60DE00418A}" type="pres">
      <dgm:prSet presAssocID="{9CDAB254-06B9-431C-8730-2A04724B4F1C}" presName="rootComposite1" presStyleCnt="0"/>
      <dgm:spPr/>
    </dgm:pt>
    <dgm:pt modelId="{34C6C1E9-97AC-48FF-AF75-9A6205D030F0}" type="pres">
      <dgm:prSet presAssocID="{9CDAB254-06B9-431C-8730-2A04724B4F1C}" presName="rootText1" presStyleLbl="node0" presStyleIdx="0" presStyleCnt="1" custLinFactNeighborX="479" custLinFactNeighborY="-148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F2D4785-D1D7-4BAB-9A93-4B4E32051077}" type="pres">
      <dgm:prSet presAssocID="{9CDAB254-06B9-431C-8730-2A04724B4F1C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0770E9E4-6ACB-4016-A001-D5CA1377B6F5}" type="pres">
      <dgm:prSet presAssocID="{9CDAB254-06B9-431C-8730-2A04724B4F1C}" presName="hierChild2" presStyleCnt="0"/>
      <dgm:spPr/>
    </dgm:pt>
    <dgm:pt modelId="{7BDDA44E-023A-4B59-B742-19B875748E0F}" type="pres">
      <dgm:prSet presAssocID="{E4BCC764-80A5-41DA-B35F-E12F3B4093FC}" presName="Name37" presStyleLbl="parChTrans1D2" presStyleIdx="0" presStyleCnt="2"/>
      <dgm:spPr/>
      <dgm:t>
        <a:bodyPr/>
        <a:lstStyle/>
        <a:p>
          <a:endParaRPr lang="zh-CN" altLang="en-US"/>
        </a:p>
      </dgm:t>
    </dgm:pt>
    <dgm:pt modelId="{0323CB8D-3474-4883-81F9-BF7B15C5A297}" type="pres">
      <dgm:prSet presAssocID="{D1F206B8-30CA-4B4D-9369-33C724F31D85}" presName="hierRoot2" presStyleCnt="0">
        <dgm:presLayoutVars>
          <dgm:hierBranch val="init"/>
        </dgm:presLayoutVars>
      </dgm:prSet>
      <dgm:spPr/>
    </dgm:pt>
    <dgm:pt modelId="{81918D13-1D9D-4102-AB27-241E70580086}" type="pres">
      <dgm:prSet presAssocID="{D1F206B8-30CA-4B4D-9369-33C724F31D85}" presName="rootComposite" presStyleCnt="0"/>
      <dgm:spPr/>
    </dgm:pt>
    <dgm:pt modelId="{6FCB40A7-7846-466C-B452-313768032CE3}" type="pres">
      <dgm:prSet presAssocID="{D1F206B8-30CA-4B4D-9369-33C724F31D85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D9A8436-514D-4EDC-83C4-9EEA7C2ED1DC}" type="pres">
      <dgm:prSet presAssocID="{D1F206B8-30CA-4B4D-9369-33C724F31D85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A82E4E42-99EB-4AE5-81C9-C888013FF24B}" type="pres">
      <dgm:prSet presAssocID="{D1F206B8-30CA-4B4D-9369-33C724F31D85}" presName="hierChild4" presStyleCnt="0"/>
      <dgm:spPr/>
    </dgm:pt>
    <dgm:pt modelId="{B88A8974-C81A-4A18-8601-15D51AE8047E}" type="pres">
      <dgm:prSet presAssocID="{D1F206B8-30CA-4B4D-9369-33C724F31D85}" presName="hierChild5" presStyleCnt="0"/>
      <dgm:spPr/>
    </dgm:pt>
    <dgm:pt modelId="{B6F6865E-F771-447D-BAEB-55B2C088B661}" type="pres">
      <dgm:prSet presAssocID="{B46B0FDD-3283-49C9-9C97-3E98760FFEA6}" presName="Name37" presStyleLbl="parChTrans1D2" presStyleIdx="1" presStyleCnt="2"/>
      <dgm:spPr/>
      <dgm:t>
        <a:bodyPr/>
        <a:lstStyle/>
        <a:p>
          <a:endParaRPr lang="zh-CN" altLang="en-US"/>
        </a:p>
      </dgm:t>
    </dgm:pt>
    <dgm:pt modelId="{C82BBD6D-C279-4839-8EDF-82FC0FC6DEA4}" type="pres">
      <dgm:prSet presAssocID="{1E805AE4-F1DE-4C19-8206-2AA9EDC474BD}" presName="hierRoot2" presStyleCnt="0">
        <dgm:presLayoutVars>
          <dgm:hierBranch val="init"/>
        </dgm:presLayoutVars>
      </dgm:prSet>
      <dgm:spPr/>
    </dgm:pt>
    <dgm:pt modelId="{4435B917-93CB-43F2-A035-864AF46C2D83}" type="pres">
      <dgm:prSet presAssocID="{1E805AE4-F1DE-4C19-8206-2AA9EDC474BD}" presName="rootComposite" presStyleCnt="0"/>
      <dgm:spPr/>
    </dgm:pt>
    <dgm:pt modelId="{49B827A6-FB4F-4A83-8537-4322BA63C5E2}" type="pres">
      <dgm:prSet presAssocID="{1E805AE4-F1DE-4C19-8206-2AA9EDC474BD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CFF77AB-A062-42BB-93C3-A4B2E2B608A4}" type="pres">
      <dgm:prSet presAssocID="{1E805AE4-F1DE-4C19-8206-2AA9EDC474BD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81458D8B-C4FF-4A44-AC12-9CE8A797D815}" type="pres">
      <dgm:prSet presAssocID="{1E805AE4-F1DE-4C19-8206-2AA9EDC474BD}" presName="hierChild4" presStyleCnt="0"/>
      <dgm:spPr/>
    </dgm:pt>
    <dgm:pt modelId="{F4447869-4BA7-4562-92EF-5CF7A434CA22}" type="pres">
      <dgm:prSet presAssocID="{1E805AE4-F1DE-4C19-8206-2AA9EDC474BD}" presName="hierChild5" presStyleCnt="0"/>
      <dgm:spPr/>
    </dgm:pt>
    <dgm:pt modelId="{A553BDF5-1303-422A-A62D-7BACCDE5B784}" type="pres">
      <dgm:prSet presAssocID="{9CDAB254-06B9-431C-8730-2A04724B4F1C}" presName="hierChild3" presStyleCnt="0"/>
      <dgm:spPr/>
    </dgm:pt>
  </dgm:ptLst>
  <dgm:cxnLst>
    <dgm:cxn modelId="{C6F6DB10-3AA6-4DEF-8E79-5295551B075D}" type="presOf" srcId="{1E805AE4-F1DE-4C19-8206-2AA9EDC474BD}" destId="{49B827A6-FB4F-4A83-8537-4322BA63C5E2}" srcOrd="0" destOrd="0" presId="urn:microsoft.com/office/officeart/2005/8/layout/orgChart1#3"/>
    <dgm:cxn modelId="{138EA639-A06C-456F-9450-D5B35009D3D2}" srcId="{9CDAB254-06B9-431C-8730-2A04724B4F1C}" destId="{1E805AE4-F1DE-4C19-8206-2AA9EDC474BD}" srcOrd="1" destOrd="0" parTransId="{B46B0FDD-3283-49C9-9C97-3E98760FFEA6}" sibTransId="{0EC2F687-816B-451A-80F4-16F14FCC98D0}"/>
    <dgm:cxn modelId="{DF34EF30-7435-41F8-AAAB-F886DECC4F24}" type="presOf" srcId="{5C3CEFB5-C19C-423B-87B0-4C122A838367}" destId="{7BCD2D15-D05A-4018-8B2B-7DB878FD7EEA}" srcOrd="0" destOrd="0" presId="urn:microsoft.com/office/officeart/2005/8/layout/orgChart1#3"/>
    <dgm:cxn modelId="{D1421228-FCA0-469D-98C8-5BD9EA3BB175}" type="presOf" srcId="{E4BCC764-80A5-41DA-B35F-E12F3B4093FC}" destId="{7BDDA44E-023A-4B59-B742-19B875748E0F}" srcOrd="0" destOrd="0" presId="urn:microsoft.com/office/officeart/2005/8/layout/orgChart1#3"/>
    <dgm:cxn modelId="{4E77EE51-5D13-4568-A135-5BAFD4A170A0}" type="presOf" srcId="{9CDAB254-06B9-431C-8730-2A04724B4F1C}" destId="{8F2D4785-D1D7-4BAB-9A93-4B4E32051077}" srcOrd="1" destOrd="0" presId="urn:microsoft.com/office/officeart/2005/8/layout/orgChart1#3"/>
    <dgm:cxn modelId="{4780BB3C-ABAC-4C8C-BB23-B639F61D69D4}" type="presOf" srcId="{D1F206B8-30CA-4B4D-9369-33C724F31D85}" destId="{8D9A8436-514D-4EDC-83C4-9EEA7C2ED1DC}" srcOrd="1" destOrd="0" presId="urn:microsoft.com/office/officeart/2005/8/layout/orgChart1#3"/>
    <dgm:cxn modelId="{125EBE04-FCD4-4219-98CF-1D82DB638AD3}" type="presOf" srcId="{1E805AE4-F1DE-4C19-8206-2AA9EDC474BD}" destId="{5CFF77AB-A062-42BB-93C3-A4B2E2B608A4}" srcOrd="1" destOrd="0" presId="urn:microsoft.com/office/officeart/2005/8/layout/orgChart1#3"/>
    <dgm:cxn modelId="{072B4560-1322-4F94-AE4A-901FF5DB289F}" type="presOf" srcId="{D1F206B8-30CA-4B4D-9369-33C724F31D85}" destId="{6FCB40A7-7846-466C-B452-313768032CE3}" srcOrd="0" destOrd="0" presId="urn:microsoft.com/office/officeart/2005/8/layout/orgChart1#3"/>
    <dgm:cxn modelId="{EF31F17B-CA09-4723-9113-81E77E5D25B5}" srcId="{5C3CEFB5-C19C-423B-87B0-4C122A838367}" destId="{9CDAB254-06B9-431C-8730-2A04724B4F1C}" srcOrd="0" destOrd="0" parTransId="{6C96C3FD-C69B-4ECD-B92B-F62F0C424D8C}" sibTransId="{3FC32ABA-FD82-4547-9A3C-DE253E55726B}"/>
    <dgm:cxn modelId="{65962897-09A9-416A-84A5-AFBFCA7C549C}" srcId="{9CDAB254-06B9-431C-8730-2A04724B4F1C}" destId="{D1F206B8-30CA-4B4D-9369-33C724F31D85}" srcOrd="0" destOrd="0" parTransId="{E4BCC764-80A5-41DA-B35F-E12F3B4093FC}" sibTransId="{4790F428-E83A-4B92-B11B-DD40DDC10447}"/>
    <dgm:cxn modelId="{C8D3950E-247C-4A6A-8F66-B5AAEEDF7765}" type="presOf" srcId="{B46B0FDD-3283-49C9-9C97-3E98760FFEA6}" destId="{B6F6865E-F771-447D-BAEB-55B2C088B661}" srcOrd="0" destOrd="0" presId="urn:microsoft.com/office/officeart/2005/8/layout/orgChart1#3"/>
    <dgm:cxn modelId="{3E4AFE10-3EAC-4ED4-9154-F66DEA8EC4EA}" type="presOf" srcId="{9CDAB254-06B9-431C-8730-2A04724B4F1C}" destId="{34C6C1E9-97AC-48FF-AF75-9A6205D030F0}" srcOrd="0" destOrd="0" presId="urn:microsoft.com/office/officeart/2005/8/layout/orgChart1#3"/>
    <dgm:cxn modelId="{B5B650C8-819D-406E-BF43-B6B0E61B9675}" type="presParOf" srcId="{7BCD2D15-D05A-4018-8B2B-7DB878FD7EEA}" destId="{A8382951-215F-4599-8623-1AC7790C7577}" srcOrd="0" destOrd="0" presId="urn:microsoft.com/office/officeart/2005/8/layout/orgChart1#3"/>
    <dgm:cxn modelId="{7343AB71-0BDE-4B8A-B859-8370B8BE1D1B}" type="presParOf" srcId="{A8382951-215F-4599-8623-1AC7790C7577}" destId="{47F99360-6871-47E3-8A04-2D60DE00418A}" srcOrd="0" destOrd="0" presId="urn:microsoft.com/office/officeart/2005/8/layout/orgChart1#3"/>
    <dgm:cxn modelId="{27963694-AE22-42ED-B92B-C07E165B8F02}" type="presParOf" srcId="{47F99360-6871-47E3-8A04-2D60DE00418A}" destId="{34C6C1E9-97AC-48FF-AF75-9A6205D030F0}" srcOrd="0" destOrd="0" presId="urn:microsoft.com/office/officeart/2005/8/layout/orgChart1#3"/>
    <dgm:cxn modelId="{13948F30-E899-4F7C-99C7-CBFB7595E53E}" type="presParOf" srcId="{47F99360-6871-47E3-8A04-2D60DE00418A}" destId="{8F2D4785-D1D7-4BAB-9A93-4B4E32051077}" srcOrd="1" destOrd="0" presId="urn:microsoft.com/office/officeart/2005/8/layout/orgChart1#3"/>
    <dgm:cxn modelId="{A90F3653-719E-4085-87CD-AB4CC7276121}" type="presParOf" srcId="{A8382951-215F-4599-8623-1AC7790C7577}" destId="{0770E9E4-6ACB-4016-A001-D5CA1377B6F5}" srcOrd="1" destOrd="0" presId="urn:microsoft.com/office/officeart/2005/8/layout/orgChart1#3"/>
    <dgm:cxn modelId="{38EE594B-31DE-4444-B0E0-FE8BBD803428}" type="presParOf" srcId="{0770E9E4-6ACB-4016-A001-D5CA1377B6F5}" destId="{7BDDA44E-023A-4B59-B742-19B875748E0F}" srcOrd="0" destOrd="0" presId="urn:microsoft.com/office/officeart/2005/8/layout/orgChart1#3"/>
    <dgm:cxn modelId="{C043A38B-C569-427A-AE56-143694E39B0E}" type="presParOf" srcId="{0770E9E4-6ACB-4016-A001-D5CA1377B6F5}" destId="{0323CB8D-3474-4883-81F9-BF7B15C5A297}" srcOrd="1" destOrd="0" presId="urn:microsoft.com/office/officeart/2005/8/layout/orgChart1#3"/>
    <dgm:cxn modelId="{346A2C10-594E-48FC-A32F-2227347FA116}" type="presParOf" srcId="{0323CB8D-3474-4883-81F9-BF7B15C5A297}" destId="{81918D13-1D9D-4102-AB27-241E70580086}" srcOrd="0" destOrd="0" presId="urn:microsoft.com/office/officeart/2005/8/layout/orgChart1#3"/>
    <dgm:cxn modelId="{90E45750-4E15-43FD-9F90-8E479B4BB089}" type="presParOf" srcId="{81918D13-1D9D-4102-AB27-241E70580086}" destId="{6FCB40A7-7846-466C-B452-313768032CE3}" srcOrd="0" destOrd="0" presId="urn:microsoft.com/office/officeart/2005/8/layout/orgChart1#3"/>
    <dgm:cxn modelId="{91A342ED-245E-4DD9-BC92-A78513568691}" type="presParOf" srcId="{81918D13-1D9D-4102-AB27-241E70580086}" destId="{8D9A8436-514D-4EDC-83C4-9EEA7C2ED1DC}" srcOrd="1" destOrd="0" presId="urn:microsoft.com/office/officeart/2005/8/layout/orgChart1#3"/>
    <dgm:cxn modelId="{7077142E-B77D-42D0-8F1E-8648B389E9DA}" type="presParOf" srcId="{0323CB8D-3474-4883-81F9-BF7B15C5A297}" destId="{A82E4E42-99EB-4AE5-81C9-C888013FF24B}" srcOrd="1" destOrd="0" presId="urn:microsoft.com/office/officeart/2005/8/layout/orgChart1#3"/>
    <dgm:cxn modelId="{7DE7A653-99DB-447C-9141-8DEAE4E8BDA5}" type="presParOf" srcId="{0323CB8D-3474-4883-81F9-BF7B15C5A297}" destId="{B88A8974-C81A-4A18-8601-15D51AE8047E}" srcOrd="2" destOrd="0" presId="urn:microsoft.com/office/officeart/2005/8/layout/orgChart1#3"/>
    <dgm:cxn modelId="{11338229-75A9-42AE-BD47-1BFBA4A2768F}" type="presParOf" srcId="{0770E9E4-6ACB-4016-A001-D5CA1377B6F5}" destId="{B6F6865E-F771-447D-BAEB-55B2C088B661}" srcOrd="2" destOrd="0" presId="urn:microsoft.com/office/officeart/2005/8/layout/orgChart1#3"/>
    <dgm:cxn modelId="{F191AD21-3B57-4CF4-94C2-99A7D8F76FA4}" type="presParOf" srcId="{0770E9E4-6ACB-4016-A001-D5CA1377B6F5}" destId="{C82BBD6D-C279-4839-8EDF-82FC0FC6DEA4}" srcOrd="3" destOrd="0" presId="urn:microsoft.com/office/officeart/2005/8/layout/orgChart1#3"/>
    <dgm:cxn modelId="{8CDB3FD1-E482-4C65-8A23-49BD67C801EA}" type="presParOf" srcId="{C82BBD6D-C279-4839-8EDF-82FC0FC6DEA4}" destId="{4435B917-93CB-43F2-A035-864AF46C2D83}" srcOrd="0" destOrd="0" presId="urn:microsoft.com/office/officeart/2005/8/layout/orgChart1#3"/>
    <dgm:cxn modelId="{EDCC6E7F-0F5D-47BA-B253-ED094875EF43}" type="presParOf" srcId="{4435B917-93CB-43F2-A035-864AF46C2D83}" destId="{49B827A6-FB4F-4A83-8537-4322BA63C5E2}" srcOrd="0" destOrd="0" presId="urn:microsoft.com/office/officeart/2005/8/layout/orgChart1#3"/>
    <dgm:cxn modelId="{B013E00E-E56F-4194-927E-3B768D749B3E}" type="presParOf" srcId="{4435B917-93CB-43F2-A035-864AF46C2D83}" destId="{5CFF77AB-A062-42BB-93C3-A4B2E2B608A4}" srcOrd="1" destOrd="0" presId="urn:microsoft.com/office/officeart/2005/8/layout/orgChart1#3"/>
    <dgm:cxn modelId="{1AA11C8E-B9D1-484C-B548-DB23FCF8670B}" type="presParOf" srcId="{C82BBD6D-C279-4839-8EDF-82FC0FC6DEA4}" destId="{81458D8B-C4FF-4A44-AC12-9CE8A797D815}" srcOrd="1" destOrd="0" presId="urn:microsoft.com/office/officeart/2005/8/layout/orgChart1#3"/>
    <dgm:cxn modelId="{3314816A-B202-4BC7-98D1-3E0761E303FB}" type="presParOf" srcId="{C82BBD6D-C279-4839-8EDF-82FC0FC6DEA4}" destId="{F4447869-4BA7-4562-92EF-5CF7A434CA22}" srcOrd="2" destOrd="0" presId="urn:microsoft.com/office/officeart/2005/8/layout/orgChart1#3"/>
    <dgm:cxn modelId="{577F9AFC-3263-4A9D-9AAE-073E2E98A907}" type="presParOf" srcId="{A8382951-215F-4599-8623-1AC7790C7577}" destId="{A553BDF5-1303-422A-A62D-7BACCDE5B784}" srcOrd="2" destOrd="0" presId="urn:microsoft.com/office/officeart/2005/8/layout/orgChart1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C9C7C3-A6CD-49CC-8A8C-B352A78D8E1E}" type="doc">
      <dgm:prSet loTypeId="urn:microsoft.com/office/officeart/2005/8/layout/orgChart1#4" loCatId="hierarchy" qsTypeId="urn:microsoft.com/office/officeart/2005/8/quickstyle/3d3#1" qsCatId="3D" csTypeId="urn:microsoft.com/office/officeart/2005/8/colors/colorful5#1" csCatId="colorful" phldr="1"/>
      <dgm:spPr/>
      <dgm:t>
        <a:bodyPr/>
        <a:lstStyle/>
        <a:p>
          <a:endParaRPr lang="zh-CN" altLang="en-US"/>
        </a:p>
      </dgm:t>
    </dgm:pt>
    <dgm:pt modelId="{43DD7C26-7B19-40BC-B59A-7DDABC3DCFD7}">
      <dgm:prSet custT="1"/>
      <dgm:spPr/>
      <dgm:t>
        <a:bodyPr/>
        <a:lstStyle/>
        <a:p>
          <a:pPr rtl="0"/>
          <a:r>
            <a:rPr lang="zh-CN" altLang="en-US" sz="2800" dirty="0" smtClean="0"/>
            <a:t>环境伦理原则</a:t>
          </a:r>
          <a:endParaRPr lang="zh-CN" altLang="en-US" sz="2800" dirty="0"/>
        </a:p>
      </dgm:t>
    </dgm:pt>
    <dgm:pt modelId="{05573EF2-F120-4386-AEE8-26E4469E6A92}" cxnId="{D7C35379-DAD5-4131-B65E-C9C5D19C55D3}" type="parTrans">
      <dgm:prSet/>
      <dgm:spPr/>
      <dgm:t>
        <a:bodyPr/>
        <a:lstStyle/>
        <a:p>
          <a:endParaRPr lang="zh-CN" altLang="en-US"/>
        </a:p>
      </dgm:t>
    </dgm:pt>
    <dgm:pt modelId="{00CC9659-DFCF-42E6-93AA-21CAFF55796C}" cxnId="{D7C35379-DAD5-4131-B65E-C9C5D19C55D3}" type="sibTrans">
      <dgm:prSet/>
      <dgm:spPr/>
      <dgm:t>
        <a:bodyPr/>
        <a:lstStyle/>
        <a:p>
          <a:endParaRPr lang="zh-CN" altLang="en-US"/>
        </a:p>
      </dgm:t>
    </dgm:pt>
    <dgm:pt modelId="{79E29A8B-ABA3-4C47-A8A3-7A39CC5A0FC6}">
      <dgm:prSet custT="1"/>
      <dgm:spPr/>
      <dgm:t>
        <a:bodyPr/>
        <a:lstStyle/>
        <a:p>
          <a:pPr rtl="0"/>
          <a:r>
            <a:rPr lang="zh-CN" altLang="en-US" sz="2400" dirty="0" smtClean="0"/>
            <a:t>尊重原则</a:t>
          </a:r>
          <a:endParaRPr lang="zh-CN" altLang="en-US" sz="2400" dirty="0"/>
        </a:p>
      </dgm:t>
    </dgm:pt>
    <dgm:pt modelId="{66469CB8-67F0-40BA-B290-8A7D34CDEF64}" cxnId="{8C9668A2-5CE7-4ED1-AD77-A3A86EB46A55}" type="parTrans">
      <dgm:prSet/>
      <dgm:spPr/>
      <dgm:t>
        <a:bodyPr/>
        <a:lstStyle/>
        <a:p>
          <a:endParaRPr lang="zh-CN" altLang="en-US"/>
        </a:p>
      </dgm:t>
    </dgm:pt>
    <dgm:pt modelId="{0FF2353C-A3C6-4E6F-8B8A-D2BC8631CC1C}" cxnId="{8C9668A2-5CE7-4ED1-AD77-A3A86EB46A55}" type="sibTrans">
      <dgm:prSet/>
      <dgm:spPr/>
      <dgm:t>
        <a:bodyPr/>
        <a:lstStyle/>
        <a:p>
          <a:endParaRPr lang="zh-CN" altLang="en-US"/>
        </a:p>
      </dgm:t>
    </dgm:pt>
    <dgm:pt modelId="{4FB39290-3652-4DA6-9107-38FB6CBF345E}">
      <dgm:prSet custT="1"/>
      <dgm:spPr/>
      <dgm:t>
        <a:bodyPr/>
        <a:lstStyle/>
        <a:p>
          <a:pPr rtl="0"/>
          <a:r>
            <a:rPr lang="zh-CN" altLang="en-US" sz="2400" dirty="0" smtClean="0"/>
            <a:t>整体性原则</a:t>
          </a:r>
          <a:endParaRPr lang="zh-CN" altLang="en-US" sz="2400" dirty="0"/>
        </a:p>
      </dgm:t>
    </dgm:pt>
    <dgm:pt modelId="{AB8C6293-6F64-47C5-B8FD-E34CAD4DA894}" cxnId="{7BBB08A3-5AB0-4C9B-B68E-5743EA3F62AC}" type="parTrans">
      <dgm:prSet/>
      <dgm:spPr/>
      <dgm:t>
        <a:bodyPr/>
        <a:lstStyle/>
        <a:p>
          <a:endParaRPr lang="zh-CN" altLang="en-US"/>
        </a:p>
      </dgm:t>
    </dgm:pt>
    <dgm:pt modelId="{522B4A67-145B-47D9-BE6E-1AD1E58914C4}" cxnId="{7BBB08A3-5AB0-4C9B-B68E-5743EA3F62AC}" type="sibTrans">
      <dgm:prSet/>
      <dgm:spPr/>
      <dgm:t>
        <a:bodyPr/>
        <a:lstStyle/>
        <a:p>
          <a:endParaRPr lang="zh-CN" altLang="en-US"/>
        </a:p>
      </dgm:t>
    </dgm:pt>
    <dgm:pt modelId="{D20ECE2D-08CF-41B4-9C4E-D4D0C4F2A052}">
      <dgm:prSet custT="1"/>
      <dgm:spPr/>
      <dgm:t>
        <a:bodyPr/>
        <a:lstStyle/>
        <a:p>
          <a:pPr rtl="0"/>
          <a:r>
            <a:rPr lang="zh-CN" altLang="en-US" sz="2400" dirty="0" smtClean="0"/>
            <a:t>不损害原则</a:t>
          </a:r>
          <a:endParaRPr lang="zh-CN" altLang="en-US" sz="2400" dirty="0"/>
        </a:p>
      </dgm:t>
    </dgm:pt>
    <dgm:pt modelId="{94BA64DD-271F-4AE2-8A99-27BFB2F56491}" cxnId="{D9CCF6D5-D50F-45C6-B254-9F9911708CDD}" type="parTrans">
      <dgm:prSet/>
      <dgm:spPr/>
      <dgm:t>
        <a:bodyPr/>
        <a:lstStyle/>
        <a:p>
          <a:endParaRPr lang="zh-CN" altLang="en-US"/>
        </a:p>
      </dgm:t>
    </dgm:pt>
    <dgm:pt modelId="{F677FC63-87B5-41AA-83F5-A7CA8D9DECB1}" cxnId="{D9CCF6D5-D50F-45C6-B254-9F9911708CDD}" type="sibTrans">
      <dgm:prSet/>
      <dgm:spPr/>
      <dgm:t>
        <a:bodyPr/>
        <a:lstStyle/>
        <a:p>
          <a:endParaRPr lang="zh-CN" altLang="en-US"/>
        </a:p>
      </dgm:t>
    </dgm:pt>
    <dgm:pt modelId="{8B70F3BB-C739-4761-A096-AE153A99BE10}">
      <dgm:prSet custT="1"/>
      <dgm:spPr/>
      <dgm:t>
        <a:bodyPr/>
        <a:lstStyle/>
        <a:p>
          <a:pPr rtl="0"/>
          <a:r>
            <a:rPr lang="zh-CN" altLang="en-US" sz="2400" dirty="0" smtClean="0"/>
            <a:t>补偿原则</a:t>
          </a:r>
          <a:endParaRPr lang="zh-CN" altLang="en-US" sz="2400" dirty="0"/>
        </a:p>
      </dgm:t>
    </dgm:pt>
    <dgm:pt modelId="{0C3D80C9-DDE0-41F8-85C9-BB924229D04B}" cxnId="{685CC388-181B-4B2B-A006-CA90F410CBE5}" type="parTrans">
      <dgm:prSet/>
      <dgm:spPr/>
      <dgm:t>
        <a:bodyPr/>
        <a:lstStyle/>
        <a:p>
          <a:endParaRPr lang="zh-CN" altLang="en-US"/>
        </a:p>
      </dgm:t>
    </dgm:pt>
    <dgm:pt modelId="{19B160B3-852F-4E0A-9546-93D204005DCC}" cxnId="{685CC388-181B-4B2B-A006-CA90F410CBE5}" type="sibTrans">
      <dgm:prSet/>
      <dgm:spPr/>
      <dgm:t>
        <a:bodyPr/>
        <a:lstStyle/>
        <a:p>
          <a:endParaRPr lang="zh-CN" altLang="en-US"/>
        </a:p>
      </dgm:t>
    </dgm:pt>
    <dgm:pt modelId="{32AE6E7F-822B-478E-AC1D-9A80A9DF5FF3}" type="pres">
      <dgm:prSet presAssocID="{F8C9C7C3-A6CD-49CC-8A8C-B352A78D8E1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2EBACF8A-5CF1-4BAC-9827-BA984A07DC74}" type="pres">
      <dgm:prSet presAssocID="{43DD7C26-7B19-40BC-B59A-7DDABC3DCFD7}" presName="hierRoot1" presStyleCnt="0">
        <dgm:presLayoutVars>
          <dgm:hierBranch val="init"/>
        </dgm:presLayoutVars>
      </dgm:prSet>
      <dgm:spPr/>
    </dgm:pt>
    <dgm:pt modelId="{58CFD6CF-E604-44CE-9F35-869A65E04927}" type="pres">
      <dgm:prSet presAssocID="{43DD7C26-7B19-40BC-B59A-7DDABC3DCFD7}" presName="rootComposite1" presStyleCnt="0"/>
      <dgm:spPr/>
    </dgm:pt>
    <dgm:pt modelId="{644F7771-CF89-4742-BA06-8CB55D14761F}" type="pres">
      <dgm:prSet presAssocID="{43DD7C26-7B19-40BC-B59A-7DDABC3DCFD7}" presName="rootText1" presStyleLbl="node0" presStyleIdx="0" presStyleCnt="1" custScaleX="180612" custLinFactNeighborX="266" custLinFactNeighborY="-3294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53251A2-6049-4029-9AD8-6CDE3C94E048}" type="pres">
      <dgm:prSet presAssocID="{43DD7C26-7B19-40BC-B59A-7DDABC3DCFD7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0D47CA06-0D45-40C3-A325-484A44E9D13B}" type="pres">
      <dgm:prSet presAssocID="{43DD7C26-7B19-40BC-B59A-7DDABC3DCFD7}" presName="hierChild2" presStyleCnt="0"/>
      <dgm:spPr/>
    </dgm:pt>
    <dgm:pt modelId="{64A07DE7-494C-48AF-9124-080D624CF687}" type="pres">
      <dgm:prSet presAssocID="{66469CB8-67F0-40BA-B290-8A7D34CDEF64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64EE0ADE-67F3-4930-AC6F-B41F807DA0F1}" type="pres">
      <dgm:prSet presAssocID="{79E29A8B-ABA3-4C47-A8A3-7A39CC5A0FC6}" presName="hierRoot2" presStyleCnt="0">
        <dgm:presLayoutVars>
          <dgm:hierBranch val="init"/>
        </dgm:presLayoutVars>
      </dgm:prSet>
      <dgm:spPr/>
    </dgm:pt>
    <dgm:pt modelId="{F3AE12E7-CFD6-414C-9823-5A635B12DC9A}" type="pres">
      <dgm:prSet presAssocID="{79E29A8B-ABA3-4C47-A8A3-7A39CC5A0FC6}" presName="rootComposite" presStyleCnt="0"/>
      <dgm:spPr/>
    </dgm:pt>
    <dgm:pt modelId="{1A5D07AD-D8F2-42CC-AC43-B98D81154EFB}" type="pres">
      <dgm:prSet presAssocID="{79E29A8B-ABA3-4C47-A8A3-7A39CC5A0FC6}" presName="rootText" presStyleLbl="node2" presStyleIdx="0" presStyleCnt="4" custLinFactNeighborX="-4534" custLinFactNeighborY="311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F2CA642-6AFE-462F-A5F3-CE7C31445FDF}" type="pres">
      <dgm:prSet presAssocID="{79E29A8B-ABA3-4C47-A8A3-7A39CC5A0FC6}" presName="rootConnector" presStyleLbl="node2" presStyleIdx="0" presStyleCnt="4"/>
      <dgm:spPr/>
      <dgm:t>
        <a:bodyPr/>
        <a:lstStyle/>
        <a:p>
          <a:endParaRPr lang="zh-CN" altLang="en-US"/>
        </a:p>
      </dgm:t>
    </dgm:pt>
    <dgm:pt modelId="{107C7357-A1F5-4C0E-9E6D-D82769DE62ED}" type="pres">
      <dgm:prSet presAssocID="{79E29A8B-ABA3-4C47-A8A3-7A39CC5A0FC6}" presName="hierChild4" presStyleCnt="0"/>
      <dgm:spPr/>
    </dgm:pt>
    <dgm:pt modelId="{3F3157B8-664C-49D6-A7C5-CCB5CEF5ED40}" type="pres">
      <dgm:prSet presAssocID="{79E29A8B-ABA3-4C47-A8A3-7A39CC5A0FC6}" presName="hierChild5" presStyleCnt="0"/>
      <dgm:spPr/>
    </dgm:pt>
    <dgm:pt modelId="{6FD2DB8B-5938-43BA-9BE5-D3CDD699E43D}" type="pres">
      <dgm:prSet presAssocID="{AB8C6293-6F64-47C5-B8FD-E34CAD4DA894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1846AC63-D9DA-4DDD-A6BC-1E643E21D3EF}" type="pres">
      <dgm:prSet presAssocID="{4FB39290-3652-4DA6-9107-38FB6CBF345E}" presName="hierRoot2" presStyleCnt="0">
        <dgm:presLayoutVars>
          <dgm:hierBranch val="init"/>
        </dgm:presLayoutVars>
      </dgm:prSet>
      <dgm:spPr/>
    </dgm:pt>
    <dgm:pt modelId="{BC66A6D6-9D4D-4FB4-BF67-420F3C939D73}" type="pres">
      <dgm:prSet presAssocID="{4FB39290-3652-4DA6-9107-38FB6CBF345E}" presName="rootComposite" presStyleCnt="0"/>
      <dgm:spPr/>
    </dgm:pt>
    <dgm:pt modelId="{CFF05816-0850-4ECA-8530-24AB9903F833}" type="pres">
      <dgm:prSet presAssocID="{4FB39290-3652-4DA6-9107-38FB6CBF345E}" presName="rootText" presStyleLbl="node2" presStyleIdx="1" presStyleCnt="4" custLinFactNeighborX="-1009" custLinFactNeighborY="311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4CE34D7-1620-4666-B090-6C2B8527C0FA}" type="pres">
      <dgm:prSet presAssocID="{4FB39290-3652-4DA6-9107-38FB6CBF345E}" presName="rootConnector" presStyleLbl="node2" presStyleIdx="1" presStyleCnt="4"/>
      <dgm:spPr/>
      <dgm:t>
        <a:bodyPr/>
        <a:lstStyle/>
        <a:p>
          <a:endParaRPr lang="zh-CN" altLang="en-US"/>
        </a:p>
      </dgm:t>
    </dgm:pt>
    <dgm:pt modelId="{7F435EDF-090C-4A09-A5B7-DAE1BA4AB7E4}" type="pres">
      <dgm:prSet presAssocID="{4FB39290-3652-4DA6-9107-38FB6CBF345E}" presName="hierChild4" presStyleCnt="0"/>
      <dgm:spPr/>
    </dgm:pt>
    <dgm:pt modelId="{99E2D07C-E731-4AA7-8542-D06918B8DC95}" type="pres">
      <dgm:prSet presAssocID="{4FB39290-3652-4DA6-9107-38FB6CBF345E}" presName="hierChild5" presStyleCnt="0"/>
      <dgm:spPr/>
    </dgm:pt>
    <dgm:pt modelId="{018CE3EE-DD5D-4A4A-AD80-DBB5B7D6ED18}" type="pres">
      <dgm:prSet presAssocID="{94BA64DD-271F-4AE2-8A99-27BFB2F56491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3E548C58-A9E9-4EAD-A061-4649B44DEA4C}" type="pres">
      <dgm:prSet presAssocID="{D20ECE2D-08CF-41B4-9C4E-D4D0C4F2A052}" presName="hierRoot2" presStyleCnt="0">
        <dgm:presLayoutVars>
          <dgm:hierBranch val="init"/>
        </dgm:presLayoutVars>
      </dgm:prSet>
      <dgm:spPr/>
    </dgm:pt>
    <dgm:pt modelId="{A4C75C28-63AF-434F-92E4-DCD2D93A51F5}" type="pres">
      <dgm:prSet presAssocID="{D20ECE2D-08CF-41B4-9C4E-D4D0C4F2A052}" presName="rootComposite" presStyleCnt="0"/>
      <dgm:spPr/>
    </dgm:pt>
    <dgm:pt modelId="{25E1EEFE-2270-4B7C-9574-9C8C5EA5453C}" type="pres">
      <dgm:prSet presAssocID="{D20ECE2D-08CF-41B4-9C4E-D4D0C4F2A052}" presName="rootText" presStyleLbl="node2" presStyleIdx="2" presStyleCnt="4" custLinFactNeighborX="2515" custLinFactNeighborY="311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3B6D5B3-A99F-478F-A0B1-F0C17E68B140}" type="pres">
      <dgm:prSet presAssocID="{D20ECE2D-08CF-41B4-9C4E-D4D0C4F2A052}" presName="rootConnector" presStyleLbl="node2" presStyleIdx="2" presStyleCnt="4"/>
      <dgm:spPr/>
      <dgm:t>
        <a:bodyPr/>
        <a:lstStyle/>
        <a:p>
          <a:endParaRPr lang="zh-CN" altLang="en-US"/>
        </a:p>
      </dgm:t>
    </dgm:pt>
    <dgm:pt modelId="{94886160-9DEA-4467-B256-7E14AAF969B2}" type="pres">
      <dgm:prSet presAssocID="{D20ECE2D-08CF-41B4-9C4E-D4D0C4F2A052}" presName="hierChild4" presStyleCnt="0"/>
      <dgm:spPr/>
    </dgm:pt>
    <dgm:pt modelId="{4B5A4D69-00C8-4B55-B2C0-3310A2F17555}" type="pres">
      <dgm:prSet presAssocID="{D20ECE2D-08CF-41B4-9C4E-D4D0C4F2A052}" presName="hierChild5" presStyleCnt="0"/>
      <dgm:spPr/>
    </dgm:pt>
    <dgm:pt modelId="{D045C218-B3AA-4232-AC9B-05310028A40A}" type="pres">
      <dgm:prSet presAssocID="{0C3D80C9-DDE0-41F8-85C9-BB924229D04B}" presName="Name37" presStyleLbl="parChTrans1D2" presStyleIdx="3" presStyleCnt="4"/>
      <dgm:spPr/>
      <dgm:t>
        <a:bodyPr/>
        <a:lstStyle/>
        <a:p>
          <a:endParaRPr lang="zh-CN" altLang="en-US"/>
        </a:p>
      </dgm:t>
    </dgm:pt>
    <dgm:pt modelId="{B4B11F15-15DC-4832-80C0-EB51B7545339}" type="pres">
      <dgm:prSet presAssocID="{8B70F3BB-C739-4761-A096-AE153A99BE10}" presName="hierRoot2" presStyleCnt="0">
        <dgm:presLayoutVars>
          <dgm:hierBranch val="init"/>
        </dgm:presLayoutVars>
      </dgm:prSet>
      <dgm:spPr/>
    </dgm:pt>
    <dgm:pt modelId="{F96EE205-A169-4115-A28B-85B89A9B4EA2}" type="pres">
      <dgm:prSet presAssocID="{8B70F3BB-C739-4761-A096-AE153A99BE10}" presName="rootComposite" presStyleCnt="0"/>
      <dgm:spPr/>
    </dgm:pt>
    <dgm:pt modelId="{3392E145-BD1A-40DC-8B2C-CA6524F95CD9}" type="pres">
      <dgm:prSet presAssocID="{8B70F3BB-C739-4761-A096-AE153A99BE10}" presName="rootText" presStyleLbl="node2" presStyleIdx="3" presStyleCnt="4" custLinFactNeighborX="1745" custLinFactNeighborY="311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DEB6363-493A-4F5D-8E31-D423F8506D32}" type="pres">
      <dgm:prSet presAssocID="{8B70F3BB-C739-4761-A096-AE153A99BE10}" presName="rootConnector" presStyleLbl="node2" presStyleIdx="3" presStyleCnt="4"/>
      <dgm:spPr/>
      <dgm:t>
        <a:bodyPr/>
        <a:lstStyle/>
        <a:p>
          <a:endParaRPr lang="zh-CN" altLang="en-US"/>
        </a:p>
      </dgm:t>
    </dgm:pt>
    <dgm:pt modelId="{6174187C-804E-42B9-8AA6-2F459BD8C027}" type="pres">
      <dgm:prSet presAssocID="{8B70F3BB-C739-4761-A096-AE153A99BE10}" presName="hierChild4" presStyleCnt="0"/>
      <dgm:spPr/>
    </dgm:pt>
    <dgm:pt modelId="{0C64BA29-FB75-405E-980D-3BA3EB526437}" type="pres">
      <dgm:prSet presAssocID="{8B70F3BB-C739-4761-A096-AE153A99BE10}" presName="hierChild5" presStyleCnt="0"/>
      <dgm:spPr/>
    </dgm:pt>
    <dgm:pt modelId="{69EB74AE-CB74-4135-943A-9B45C44A3B30}" type="pres">
      <dgm:prSet presAssocID="{43DD7C26-7B19-40BC-B59A-7DDABC3DCFD7}" presName="hierChild3" presStyleCnt="0"/>
      <dgm:spPr/>
    </dgm:pt>
  </dgm:ptLst>
  <dgm:cxnLst>
    <dgm:cxn modelId="{34A0AACB-6D74-4C65-9B1B-555A7F5C0EB7}" type="presOf" srcId="{D20ECE2D-08CF-41B4-9C4E-D4D0C4F2A052}" destId="{25E1EEFE-2270-4B7C-9574-9C8C5EA5453C}" srcOrd="0" destOrd="0" presId="urn:microsoft.com/office/officeart/2005/8/layout/orgChart1#4"/>
    <dgm:cxn modelId="{3DBBDDF9-37D3-47ED-B760-F0C48452F576}" type="presOf" srcId="{66469CB8-67F0-40BA-B290-8A7D34CDEF64}" destId="{64A07DE7-494C-48AF-9124-080D624CF687}" srcOrd="0" destOrd="0" presId="urn:microsoft.com/office/officeart/2005/8/layout/orgChart1#4"/>
    <dgm:cxn modelId="{B4CFB840-B233-449E-8518-1D9AC2E50F3D}" type="presOf" srcId="{94BA64DD-271F-4AE2-8A99-27BFB2F56491}" destId="{018CE3EE-DD5D-4A4A-AD80-DBB5B7D6ED18}" srcOrd="0" destOrd="0" presId="urn:microsoft.com/office/officeart/2005/8/layout/orgChart1#4"/>
    <dgm:cxn modelId="{15C37395-F424-48A4-B49F-2C11593C0F00}" type="presOf" srcId="{43DD7C26-7B19-40BC-B59A-7DDABC3DCFD7}" destId="{644F7771-CF89-4742-BA06-8CB55D14761F}" srcOrd="0" destOrd="0" presId="urn:microsoft.com/office/officeart/2005/8/layout/orgChart1#4"/>
    <dgm:cxn modelId="{F8280735-A5F5-4CBE-98E8-C91C629E4901}" type="presOf" srcId="{F8C9C7C3-A6CD-49CC-8A8C-B352A78D8E1E}" destId="{32AE6E7F-822B-478E-AC1D-9A80A9DF5FF3}" srcOrd="0" destOrd="0" presId="urn:microsoft.com/office/officeart/2005/8/layout/orgChart1#4"/>
    <dgm:cxn modelId="{71E3D82B-2E95-4F3C-80D6-B8D946C23A4A}" type="presOf" srcId="{AB8C6293-6F64-47C5-B8FD-E34CAD4DA894}" destId="{6FD2DB8B-5938-43BA-9BE5-D3CDD699E43D}" srcOrd="0" destOrd="0" presId="urn:microsoft.com/office/officeart/2005/8/layout/orgChart1#4"/>
    <dgm:cxn modelId="{7BBB08A3-5AB0-4C9B-B68E-5743EA3F62AC}" srcId="{43DD7C26-7B19-40BC-B59A-7DDABC3DCFD7}" destId="{4FB39290-3652-4DA6-9107-38FB6CBF345E}" srcOrd="1" destOrd="0" parTransId="{AB8C6293-6F64-47C5-B8FD-E34CAD4DA894}" sibTransId="{522B4A67-145B-47D9-BE6E-1AD1E58914C4}"/>
    <dgm:cxn modelId="{95F8F77D-2DCA-4BEE-9D89-CE5412C48014}" type="presOf" srcId="{D20ECE2D-08CF-41B4-9C4E-D4D0C4F2A052}" destId="{A3B6D5B3-A99F-478F-A0B1-F0C17E68B140}" srcOrd="1" destOrd="0" presId="urn:microsoft.com/office/officeart/2005/8/layout/orgChart1#4"/>
    <dgm:cxn modelId="{25EEB535-DEDD-4FF1-89FF-9A0A0EEA1639}" type="presOf" srcId="{4FB39290-3652-4DA6-9107-38FB6CBF345E}" destId="{E4CE34D7-1620-4666-B090-6C2B8527C0FA}" srcOrd="1" destOrd="0" presId="urn:microsoft.com/office/officeart/2005/8/layout/orgChart1#4"/>
    <dgm:cxn modelId="{4CAAD5F7-F57E-4A6C-A56E-145BAB632A4B}" type="presOf" srcId="{8B70F3BB-C739-4761-A096-AE153A99BE10}" destId="{3392E145-BD1A-40DC-8B2C-CA6524F95CD9}" srcOrd="0" destOrd="0" presId="urn:microsoft.com/office/officeart/2005/8/layout/orgChart1#4"/>
    <dgm:cxn modelId="{1F896E48-448E-4AF6-B65E-8457481E2DC3}" type="presOf" srcId="{79E29A8B-ABA3-4C47-A8A3-7A39CC5A0FC6}" destId="{0F2CA642-6AFE-462F-A5F3-CE7C31445FDF}" srcOrd="1" destOrd="0" presId="urn:microsoft.com/office/officeart/2005/8/layout/orgChart1#4"/>
    <dgm:cxn modelId="{2173B79B-E2E9-47B5-A9CF-BC2400405889}" type="presOf" srcId="{8B70F3BB-C739-4761-A096-AE153A99BE10}" destId="{5DEB6363-493A-4F5D-8E31-D423F8506D32}" srcOrd="1" destOrd="0" presId="urn:microsoft.com/office/officeart/2005/8/layout/orgChart1#4"/>
    <dgm:cxn modelId="{D7C35379-DAD5-4131-B65E-C9C5D19C55D3}" srcId="{F8C9C7C3-A6CD-49CC-8A8C-B352A78D8E1E}" destId="{43DD7C26-7B19-40BC-B59A-7DDABC3DCFD7}" srcOrd="0" destOrd="0" parTransId="{05573EF2-F120-4386-AEE8-26E4469E6A92}" sibTransId="{00CC9659-DFCF-42E6-93AA-21CAFF55796C}"/>
    <dgm:cxn modelId="{685CC388-181B-4B2B-A006-CA90F410CBE5}" srcId="{43DD7C26-7B19-40BC-B59A-7DDABC3DCFD7}" destId="{8B70F3BB-C739-4761-A096-AE153A99BE10}" srcOrd="3" destOrd="0" parTransId="{0C3D80C9-DDE0-41F8-85C9-BB924229D04B}" sibTransId="{19B160B3-852F-4E0A-9546-93D204005DCC}"/>
    <dgm:cxn modelId="{248D6824-3E5A-419F-99ED-015B33AF87AA}" type="presOf" srcId="{79E29A8B-ABA3-4C47-A8A3-7A39CC5A0FC6}" destId="{1A5D07AD-D8F2-42CC-AC43-B98D81154EFB}" srcOrd="0" destOrd="0" presId="urn:microsoft.com/office/officeart/2005/8/layout/orgChart1#4"/>
    <dgm:cxn modelId="{D9CCF6D5-D50F-45C6-B254-9F9911708CDD}" srcId="{43DD7C26-7B19-40BC-B59A-7DDABC3DCFD7}" destId="{D20ECE2D-08CF-41B4-9C4E-D4D0C4F2A052}" srcOrd="2" destOrd="0" parTransId="{94BA64DD-271F-4AE2-8A99-27BFB2F56491}" sibTransId="{F677FC63-87B5-41AA-83F5-A7CA8D9DECB1}"/>
    <dgm:cxn modelId="{65B95008-0E19-4E98-9B9F-525BB95F7EB3}" type="presOf" srcId="{43DD7C26-7B19-40BC-B59A-7DDABC3DCFD7}" destId="{353251A2-6049-4029-9AD8-6CDE3C94E048}" srcOrd="1" destOrd="0" presId="urn:microsoft.com/office/officeart/2005/8/layout/orgChart1#4"/>
    <dgm:cxn modelId="{8C9668A2-5CE7-4ED1-AD77-A3A86EB46A55}" srcId="{43DD7C26-7B19-40BC-B59A-7DDABC3DCFD7}" destId="{79E29A8B-ABA3-4C47-A8A3-7A39CC5A0FC6}" srcOrd="0" destOrd="0" parTransId="{66469CB8-67F0-40BA-B290-8A7D34CDEF64}" sibTransId="{0FF2353C-A3C6-4E6F-8B8A-D2BC8631CC1C}"/>
    <dgm:cxn modelId="{F31225A3-7C97-43A6-86CB-7C3D46BAD279}" type="presOf" srcId="{0C3D80C9-DDE0-41F8-85C9-BB924229D04B}" destId="{D045C218-B3AA-4232-AC9B-05310028A40A}" srcOrd="0" destOrd="0" presId="urn:microsoft.com/office/officeart/2005/8/layout/orgChart1#4"/>
    <dgm:cxn modelId="{A370CDD0-EDD6-4F63-8E5C-07188673A427}" type="presOf" srcId="{4FB39290-3652-4DA6-9107-38FB6CBF345E}" destId="{CFF05816-0850-4ECA-8530-24AB9903F833}" srcOrd="0" destOrd="0" presId="urn:microsoft.com/office/officeart/2005/8/layout/orgChart1#4"/>
    <dgm:cxn modelId="{3612FF73-8D16-4068-A2D0-4298A9B0C0D5}" type="presParOf" srcId="{32AE6E7F-822B-478E-AC1D-9A80A9DF5FF3}" destId="{2EBACF8A-5CF1-4BAC-9827-BA984A07DC74}" srcOrd="0" destOrd="0" presId="urn:microsoft.com/office/officeart/2005/8/layout/orgChart1#4"/>
    <dgm:cxn modelId="{438103DD-8C21-459B-8F0C-80B92A357EDD}" type="presParOf" srcId="{2EBACF8A-5CF1-4BAC-9827-BA984A07DC74}" destId="{58CFD6CF-E604-44CE-9F35-869A65E04927}" srcOrd="0" destOrd="0" presId="urn:microsoft.com/office/officeart/2005/8/layout/orgChart1#4"/>
    <dgm:cxn modelId="{F78960D1-B6F4-4495-91DC-B4F8DA49F98D}" type="presParOf" srcId="{58CFD6CF-E604-44CE-9F35-869A65E04927}" destId="{644F7771-CF89-4742-BA06-8CB55D14761F}" srcOrd="0" destOrd="0" presId="urn:microsoft.com/office/officeart/2005/8/layout/orgChart1#4"/>
    <dgm:cxn modelId="{ED4EB578-426C-495D-94F3-90926C7A525B}" type="presParOf" srcId="{58CFD6CF-E604-44CE-9F35-869A65E04927}" destId="{353251A2-6049-4029-9AD8-6CDE3C94E048}" srcOrd="1" destOrd="0" presId="urn:microsoft.com/office/officeart/2005/8/layout/orgChart1#4"/>
    <dgm:cxn modelId="{0F68F231-7152-4F26-95BF-72656C0202A8}" type="presParOf" srcId="{2EBACF8A-5CF1-4BAC-9827-BA984A07DC74}" destId="{0D47CA06-0D45-40C3-A325-484A44E9D13B}" srcOrd="1" destOrd="0" presId="urn:microsoft.com/office/officeart/2005/8/layout/orgChart1#4"/>
    <dgm:cxn modelId="{2F7E1AA8-8F6A-40C5-BF06-99BCB70272C8}" type="presParOf" srcId="{0D47CA06-0D45-40C3-A325-484A44E9D13B}" destId="{64A07DE7-494C-48AF-9124-080D624CF687}" srcOrd="0" destOrd="0" presId="urn:microsoft.com/office/officeart/2005/8/layout/orgChart1#4"/>
    <dgm:cxn modelId="{8AC71D12-8D49-47C1-AD08-8DF78C01E94D}" type="presParOf" srcId="{0D47CA06-0D45-40C3-A325-484A44E9D13B}" destId="{64EE0ADE-67F3-4930-AC6F-B41F807DA0F1}" srcOrd="1" destOrd="0" presId="urn:microsoft.com/office/officeart/2005/8/layout/orgChart1#4"/>
    <dgm:cxn modelId="{CD1A4E57-AFEC-43C6-91CC-0E32CC980D63}" type="presParOf" srcId="{64EE0ADE-67F3-4930-AC6F-B41F807DA0F1}" destId="{F3AE12E7-CFD6-414C-9823-5A635B12DC9A}" srcOrd="0" destOrd="0" presId="urn:microsoft.com/office/officeart/2005/8/layout/orgChart1#4"/>
    <dgm:cxn modelId="{2CF6C19C-E2DC-41A2-9D31-A372FF142EAA}" type="presParOf" srcId="{F3AE12E7-CFD6-414C-9823-5A635B12DC9A}" destId="{1A5D07AD-D8F2-42CC-AC43-B98D81154EFB}" srcOrd="0" destOrd="0" presId="urn:microsoft.com/office/officeart/2005/8/layout/orgChart1#4"/>
    <dgm:cxn modelId="{707065B9-83C7-43E9-A342-FBD0F4A2E097}" type="presParOf" srcId="{F3AE12E7-CFD6-414C-9823-5A635B12DC9A}" destId="{0F2CA642-6AFE-462F-A5F3-CE7C31445FDF}" srcOrd="1" destOrd="0" presId="urn:microsoft.com/office/officeart/2005/8/layout/orgChart1#4"/>
    <dgm:cxn modelId="{A84FDF18-4AC7-4A5F-8192-B2291A2C2B67}" type="presParOf" srcId="{64EE0ADE-67F3-4930-AC6F-B41F807DA0F1}" destId="{107C7357-A1F5-4C0E-9E6D-D82769DE62ED}" srcOrd="1" destOrd="0" presId="urn:microsoft.com/office/officeart/2005/8/layout/orgChart1#4"/>
    <dgm:cxn modelId="{56FCE42B-7474-454C-86D3-2BDFE652C39E}" type="presParOf" srcId="{64EE0ADE-67F3-4930-AC6F-B41F807DA0F1}" destId="{3F3157B8-664C-49D6-A7C5-CCB5CEF5ED40}" srcOrd="2" destOrd="0" presId="urn:microsoft.com/office/officeart/2005/8/layout/orgChart1#4"/>
    <dgm:cxn modelId="{8C9BB352-DF40-4500-8BD0-EECF68854B79}" type="presParOf" srcId="{0D47CA06-0D45-40C3-A325-484A44E9D13B}" destId="{6FD2DB8B-5938-43BA-9BE5-D3CDD699E43D}" srcOrd="2" destOrd="0" presId="urn:microsoft.com/office/officeart/2005/8/layout/orgChart1#4"/>
    <dgm:cxn modelId="{50E13EB3-9CF1-404E-B833-034EA07E5560}" type="presParOf" srcId="{0D47CA06-0D45-40C3-A325-484A44E9D13B}" destId="{1846AC63-D9DA-4DDD-A6BC-1E643E21D3EF}" srcOrd="3" destOrd="0" presId="urn:microsoft.com/office/officeart/2005/8/layout/orgChart1#4"/>
    <dgm:cxn modelId="{BB4E1EE8-71A8-4222-ACA6-B02A9341791B}" type="presParOf" srcId="{1846AC63-D9DA-4DDD-A6BC-1E643E21D3EF}" destId="{BC66A6D6-9D4D-4FB4-BF67-420F3C939D73}" srcOrd="0" destOrd="0" presId="urn:microsoft.com/office/officeart/2005/8/layout/orgChart1#4"/>
    <dgm:cxn modelId="{54222C3D-9AAD-4697-8DD5-78A75E637D44}" type="presParOf" srcId="{BC66A6D6-9D4D-4FB4-BF67-420F3C939D73}" destId="{CFF05816-0850-4ECA-8530-24AB9903F833}" srcOrd="0" destOrd="0" presId="urn:microsoft.com/office/officeart/2005/8/layout/orgChart1#4"/>
    <dgm:cxn modelId="{0633C66C-A58C-4CEF-BD44-BE53B0DA48CE}" type="presParOf" srcId="{BC66A6D6-9D4D-4FB4-BF67-420F3C939D73}" destId="{E4CE34D7-1620-4666-B090-6C2B8527C0FA}" srcOrd="1" destOrd="0" presId="urn:microsoft.com/office/officeart/2005/8/layout/orgChart1#4"/>
    <dgm:cxn modelId="{D8C54776-D5C4-411C-85F2-A980C37B979D}" type="presParOf" srcId="{1846AC63-D9DA-4DDD-A6BC-1E643E21D3EF}" destId="{7F435EDF-090C-4A09-A5B7-DAE1BA4AB7E4}" srcOrd="1" destOrd="0" presId="urn:microsoft.com/office/officeart/2005/8/layout/orgChart1#4"/>
    <dgm:cxn modelId="{BDE8BADE-3312-44A7-92E9-668E421DECC3}" type="presParOf" srcId="{1846AC63-D9DA-4DDD-A6BC-1E643E21D3EF}" destId="{99E2D07C-E731-4AA7-8542-D06918B8DC95}" srcOrd="2" destOrd="0" presId="urn:microsoft.com/office/officeart/2005/8/layout/orgChart1#4"/>
    <dgm:cxn modelId="{3EBBAFF8-C9B7-480D-B79E-448C344456B0}" type="presParOf" srcId="{0D47CA06-0D45-40C3-A325-484A44E9D13B}" destId="{018CE3EE-DD5D-4A4A-AD80-DBB5B7D6ED18}" srcOrd="4" destOrd="0" presId="urn:microsoft.com/office/officeart/2005/8/layout/orgChart1#4"/>
    <dgm:cxn modelId="{8F45F86F-10AE-4467-8146-5CA8B381A4A1}" type="presParOf" srcId="{0D47CA06-0D45-40C3-A325-484A44E9D13B}" destId="{3E548C58-A9E9-4EAD-A061-4649B44DEA4C}" srcOrd="5" destOrd="0" presId="urn:microsoft.com/office/officeart/2005/8/layout/orgChart1#4"/>
    <dgm:cxn modelId="{903EBADC-A8F3-4B5A-9386-055301B7AE6B}" type="presParOf" srcId="{3E548C58-A9E9-4EAD-A061-4649B44DEA4C}" destId="{A4C75C28-63AF-434F-92E4-DCD2D93A51F5}" srcOrd="0" destOrd="0" presId="urn:microsoft.com/office/officeart/2005/8/layout/orgChart1#4"/>
    <dgm:cxn modelId="{1358ADBA-5EC4-40EF-9F7A-4882D9D5926C}" type="presParOf" srcId="{A4C75C28-63AF-434F-92E4-DCD2D93A51F5}" destId="{25E1EEFE-2270-4B7C-9574-9C8C5EA5453C}" srcOrd="0" destOrd="0" presId="urn:microsoft.com/office/officeart/2005/8/layout/orgChart1#4"/>
    <dgm:cxn modelId="{08D7D44A-D338-4B10-9ADE-B63A11B9C17C}" type="presParOf" srcId="{A4C75C28-63AF-434F-92E4-DCD2D93A51F5}" destId="{A3B6D5B3-A99F-478F-A0B1-F0C17E68B140}" srcOrd="1" destOrd="0" presId="urn:microsoft.com/office/officeart/2005/8/layout/orgChart1#4"/>
    <dgm:cxn modelId="{8195C2C4-D674-4E9F-802A-4C2CD5B517C5}" type="presParOf" srcId="{3E548C58-A9E9-4EAD-A061-4649B44DEA4C}" destId="{94886160-9DEA-4467-B256-7E14AAF969B2}" srcOrd="1" destOrd="0" presId="urn:microsoft.com/office/officeart/2005/8/layout/orgChart1#4"/>
    <dgm:cxn modelId="{F4F5AE05-4AC5-4C26-99EA-B73684D1AF7C}" type="presParOf" srcId="{3E548C58-A9E9-4EAD-A061-4649B44DEA4C}" destId="{4B5A4D69-00C8-4B55-B2C0-3310A2F17555}" srcOrd="2" destOrd="0" presId="urn:microsoft.com/office/officeart/2005/8/layout/orgChart1#4"/>
    <dgm:cxn modelId="{0220B74C-B5E4-4FF0-8D05-DB4019A47733}" type="presParOf" srcId="{0D47CA06-0D45-40C3-A325-484A44E9D13B}" destId="{D045C218-B3AA-4232-AC9B-05310028A40A}" srcOrd="6" destOrd="0" presId="urn:microsoft.com/office/officeart/2005/8/layout/orgChart1#4"/>
    <dgm:cxn modelId="{18E70805-AC99-4BF1-BCB9-4DEB1E9025FE}" type="presParOf" srcId="{0D47CA06-0D45-40C3-A325-484A44E9D13B}" destId="{B4B11F15-15DC-4832-80C0-EB51B7545339}" srcOrd="7" destOrd="0" presId="urn:microsoft.com/office/officeart/2005/8/layout/orgChart1#4"/>
    <dgm:cxn modelId="{B9C84CCA-40A9-4965-BB3C-55708C7F26E1}" type="presParOf" srcId="{B4B11F15-15DC-4832-80C0-EB51B7545339}" destId="{F96EE205-A169-4115-A28B-85B89A9B4EA2}" srcOrd="0" destOrd="0" presId="urn:microsoft.com/office/officeart/2005/8/layout/orgChart1#4"/>
    <dgm:cxn modelId="{8EB4DE10-F928-486F-9CFE-390CDE9A08B5}" type="presParOf" srcId="{F96EE205-A169-4115-A28B-85B89A9B4EA2}" destId="{3392E145-BD1A-40DC-8B2C-CA6524F95CD9}" srcOrd="0" destOrd="0" presId="urn:microsoft.com/office/officeart/2005/8/layout/orgChart1#4"/>
    <dgm:cxn modelId="{052106C0-42A1-470F-BF9A-8487B22CF706}" type="presParOf" srcId="{F96EE205-A169-4115-A28B-85B89A9B4EA2}" destId="{5DEB6363-493A-4F5D-8E31-D423F8506D32}" srcOrd="1" destOrd="0" presId="urn:microsoft.com/office/officeart/2005/8/layout/orgChart1#4"/>
    <dgm:cxn modelId="{37DA911F-8C6A-4C0D-9E6C-1FC5F1D4BA0C}" type="presParOf" srcId="{B4B11F15-15DC-4832-80C0-EB51B7545339}" destId="{6174187C-804E-42B9-8AA6-2F459BD8C027}" srcOrd="1" destOrd="0" presId="urn:microsoft.com/office/officeart/2005/8/layout/orgChart1#4"/>
    <dgm:cxn modelId="{8E175A24-30A4-410E-B821-BB02C30FE1B4}" type="presParOf" srcId="{B4B11F15-15DC-4832-80C0-EB51B7545339}" destId="{0C64BA29-FB75-405E-980D-3BA3EB526437}" srcOrd="2" destOrd="0" presId="urn:microsoft.com/office/officeart/2005/8/layout/orgChart1#4"/>
    <dgm:cxn modelId="{DD110A7A-F54C-4497-8A41-2A2F6410E92E}" type="presParOf" srcId="{2EBACF8A-5CF1-4BAC-9827-BA984A07DC74}" destId="{69EB74AE-CB74-4135-943A-9B45C44A3B30}" srcOrd="2" destOrd="0" presId="urn:microsoft.com/office/officeart/2005/8/layout/orgChart1#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C42CB3-2150-4AC5-992E-A4F948D9E487}" type="doc">
      <dgm:prSet loTypeId="urn:microsoft.com/office/officeart/2005/8/layout/hProcess9#1" loCatId="process" qsTypeId="urn:microsoft.com/office/officeart/2005/8/quickstyle/simple1#10" qsCatId="simple" csTypeId="urn:microsoft.com/office/officeart/2005/8/colors/accent1_2#7" csCatId="accent1" phldr="1"/>
      <dgm:spPr/>
      <dgm:t>
        <a:bodyPr/>
        <a:lstStyle/>
        <a:p>
          <a:endParaRPr lang="zh-CN" altLang="en-US"/>
        </a:p>
      </dgm:t>
    </dgm:pt>
    <dgm:pt modelId="{2A63E3BF-EB01-43D8-9D3B-AE1935BE808D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altLang="en-US" sz="2800" b="1" dirty="0" smtClean="0"/>
            <a:t>整体利益高于局部利益原则</a:t>
          </a:r>
          <a:endParaRPr lang="zh-CN" altLang="en-US" sz="2800" b="1" dirty="0"/>
        </a:p>
      </dgm:t>
    </dgm:pt>
    <dgm:pt modelId="{68815358-A71C-4339-9E36-FE61C692F0DB}" cxnId="{F94CCE09-045A-4D86-9B77-22E6C98FECD5}" type="parTrans">
      <dgm:prSet/>
      <dgm:spPr/>
      <dgm:t>
        <a:bodyPr/>
        <a:lstStyle/>
        <a:p>
          <a:endParaRPr lang="zh-CN" altLang="en-US"/>
        </a:p>
      </dgm:t>
    </dgm:pt>
    <dgm:pt modelId="{E7B23A07-52BA-4B40-9F5A-A8A2F67BE0D6}" cxnId="{F94CCE09-045A-4D86-9B77-22E6C98FECD5}" type="sibTrans">
      <dgm:prSet/>
      <dgm:spPr/>
      <dgm:t>
        <a:bodyPr/>
        <a:lstStyle/>
        <a:p>
          <a:endParaRPr lang="zh-CN" altLang="en-US"/>
        </a:p>
      </dgm:t>
    </dgm:pt>
    <dgm:pt modelId="{C806A39F-6FB7-4D71-96E5-0FBA50FC8E0F}">
      <dgm:prSet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zh-CN" altLang="en-US" sz="2800" b="1" dirty="0" smtClean="0"/>
            <a:t>需要原则</a:t>
          </a:r>
          <a:endParaRPr lang="zh-CN" altLang="en-US" sz="2800" b="1" dirty="0"/>
        </a:p>
      </dgm:t>
    </dgm:pt>
    <dgm:pt modelId="{0DA79F19-B23D-47A3-BD10-245E6F4F9A23}" cxnId="{5355FF1D-4580-4151-8E07-E810D393C3A9}" type="parTrans">
      <dgm:prSet/>
      <dgm:spPr/>
      <dgm:t>
        <a:bodyPr/>
        <a:lstStyle/>
        <a:p>
          <a:endParaRPr lang="zh-CN" altLang="en-US"/>
        </a:p>
      </dgm:t>
    </dgm:pt>
    <dgm:pt modelId="{782EE45C-E36B-4F59-9956-4BE5964A4505}" cxnId="{5355FF1D-4580-4151-8E07-E810D393C3A9}" type="sibTrans">
      <dgm:prSet/>
      <dgm:spPr/>
      <dgm:t>
        <a:bodyPr/>
        <a:lstStyle/>
        <a:p>
          <a:endParaRPr lang="zh-CN" altLang="en-US"/>
        </a:p>
      </dgm:t>
    </dgm:pt>
    <dgm:pt modelId="{11AC8D29-B5AB-412F-B460-BBFBD67CB792}">
      <dgm:prSet custT="1"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zh-CN" altLang="en-US" sz="2800" b="1" dirty="0" smtClean="0"/>
            <a:t>人类优先原则</a:t>
          </a:r>
          <a:endParaRPr lang="zh-CN" altLang="en-US" sz="2800" b="1" dirty="0"/>
        </a:p>
      </dgm:t>
    </dgm:pt>
    <dgm:pt modelId="{8C356AF9-B009-43A9-A31A-848F102C1C87}" cxnId="{F1135638-5AD5-4700-A244-FEC9F7E80644}" type="parTrans">
      <dgm:prSet/>
      <dgm:spPr/>
      <dgm:t>
        <a:bodyPr/>
        <a:lstStyle/>
        <a:p>
          <a:endParaRPr lang="zh-CN" altLang="en-US"/>
        </a:p>
      </dgm:t>
    </dgm:pt>
    <dgm:pt modelId="{EAB44D58-3A40-47F7-862D-58484ECF2621}" cxnId="{F1135638-5AD5-4700-A244-FEC9F7E80644}" type="sibTrans">
      <dgm:prSet/>
      <dgm:spPr/>
      <dgm:t>
        <a:bodyPr/>
        <a:lstStyle/>
        <a:p>
          <a:endParaRPr lang="zh-CN" altLang="en-US"/>
        </a:p>
      </dgm:t>
    </dgm:pt>
    <dgm:pt modelId="{7E6B2260-7FC6-45F7-839F-18ACDF49D03E}" type="pres">
      <dgm:prSet presAssocID="{07C42CB3-2150-4AC5-992E-A4F948D9E487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9EBBD81-BAE8-422F-8E9B-493148CEAA5E}" type="pres">
      <dgm:prSet presAssocID="{07C42CB3-2150-4AC5-992E-A4F948D9E487}" presName="arrow" presStyleLbl="bgShp" presStyleIdx="0" presStyleCnt="1"/>
      <dgm:spPr/>
    </dgm:pt>
    <dgm:pt modelId="{C80B0300-94E9-4440-8E00-4516E4D4BF2C}" type="pres">
      <dgm:prSet presAssocID="{07C42CB3-2150-4AC5-992E-A4F948D9E487}" presName="linearProcess" presStyleCnt="0"/>
      <dgm:spPr/>
    </dgm:pt>
    <dgm:pt modelId="{BF82A95E-A719-42D1-8E83-7490E5C96C4E}" type="pres">
      <dgm:prSet presAssocID="{2A63E3BF-EB01-43D8-9D3B-AE1935BE808D}" presName="textNode" presStyleLbl="node1" presStyleIdx="0" presStyleCnt="3" custScaleX="68402" custScaleY="148809" custLinFactNeighborX="-75687" custLinFactNeighborY="-2954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D3417F-7264-49BF-BA1C-D49641BA44AB}" type="pres">
      <dgm:prSet presAssocID="{E7B23A07-52BA-4B40-9F5A-A8A2F67BE0D6}" presName="sibTrans" presStyleCnt="0"/>
      <dgm:spPr/>
    </dgm:pt>
    <dgm:pt modelId="{8D8F3A98-04F5-4F7C-A1DA-B275CA1CCF5A}" type="pres">
      <dgm:prSet presAssocID="{C806A39F-6FB7-4D71-96E5-0FBA50FC8E0F}" presName="textNode" presStyleLbl="node1" presStyleIdx="1" presStyleCnt="3" custScaleX="72140" custScaleY="146604" custLinFactNeighborX="-30120" custLinFactNeighborY="-738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56FAC4-80AB-414D-8040-7000ADB0B83E}" type="pres">
      <dgm:prSet presAssocID="{782EE45C-E36B-4F59-9956-4BE5964A4505}" presName="sibTrans" presStyleCnt="0"/>
      <dgm:spPr/>
    </dgm:pt>
    <dgm:pt modelId="{630CDB0A-004F-4CA5-A34A-4E40D4A580FB}" type="pres">
      <dgm:prSet presAssocID="{11AC8D29-B5AB-412F-B460-BBFBD67CB792}" presName="textNode" presStyleLbl="node1" presStyleIdx="2" presStyleCnt="3" custScaleX="72030" custScaleY="148809" custLinFactNeighborX="7545" custLinFactNeighborY="738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F475BA8-2198-4904-A632-B445C9DA2D6B}" type="presOf" srcId="{07C42CB3-2150-4AC5-992E-A4F948D9E487}" destId="{7E6B2260-7FC6-45F7-839F-18ACDF49D03E}" srcOrd="0" destOrd="0" presId="urn:microsoft.com/office/officeart/2005/8/layout/hProcess9#1"/>
    <dgm:cxn modelId="{F94CCE09-045A-4D86-9B77-22E6C98FECD5}" srcId="{07C42CB3-2150-4AC5-992E-A4F948D9E487}" destId="{2A63E3BF-EB01-43D8-9D3B-AE1935BE808D}" srcOrd="0" destOrd="0" parTransId="{68815358-A71C-4339-9E36-FE61C692F0DB}" sibTransId="{E7B23A07-52BA-4B40-9F5A-A8A2F67BE0D6}"/>
    <dgm:cxn modelId="{90EC7962-0B31-488D-86F5-40221AD852E8}" type="presOf" srcId="{C806A39F-6FB7-4D71-96E5-0FBA50FC8E0F}" destId="{8D8F3A98-04F5-4F7C-A1DA-B275CA1CCF5A}" srcOrd="0" destOrd="0" presId="urn:microsoft.com/office/officeart/2005/8/layout/hProcess9#1"/>
    <dgm:cxn modelId="{5355FF1D-4580-4151-8E07-E810D393C3A9}" srcId="{07C42CB3-2150-4AC5-992E-A4F948D9E487}" destId="{C806A39F-6FB7-4D71-96E5-0FBA50FC8E0F}" srcOrd="1" destOrd="0" parTransId="{0DA79F19-B23D-47A3-BD10-245E6F4F9A23}" sibTransId="{782EE45C-E36B-4F59-9956-4BE5964A4505}"/>
    <dgm:cxn modelId="{096745F8-CC60-4856-8F00-E301939FBC17}" type="presOf" srcId="{2A63E3BF-EB01-43D8-9D3B-AE1935BE808D}" destId="{BF82A95E-A719-42D1-8E83-7490E5C96C4E}" srcOrd="0" destOrd="0" presId="urn:microsoft.com/office/officeart/2005/8/layout/hProcess9#1"/>
    <dgm:cxn modelId="{F1135638-5AD5-4700-A244-FEC9F7E80644}" srcId="{07C42CB3-2150-4AC5-992E-A4F948D9E487}" destId="{11AC8D29-B5AB-412F-B460-BBFBD67CB792}" srcOrd="2" destOrd="0" parTransId="{8C356AF9-B009-43A9-A31A-848F102C1C87}" sibTransId="{EAB44D58-3A40-47F7-862D-58484ECF2621}"/>
    <dgm:cxn modelId="{F7547BD3-45E4-4811-B1EE-BD152EB498B7}" type="presOf" srcId="{11AC8D29-B5AB-412F-B460-BBFBD67CB792}" destId="{630CDB0A-004F-4CA5-A34A-4E40D4A580FB}" srcOrd="0" destOrd="0" presId="urn:microsoft.com/office/officeart/2005/8/layout/hProcess9#1"/>
    <dgm:cxn modelId="{A61BD99D-D608-4EEB-B08A-4BF457A5351D}" type="presParOf" srcId="{7E6B2260-7FC6-45F7-839F-18ACDF49D03E}" destId="{99EBBD81-BAE8-422F-8E9B-493148CEAA5E}" srcOrd="0" destOrd="0" presId="urn:microsoft.com/office/officeart/2005/8/layout/hProcess9#1"/>
    <dgm:cxn modelId="{A91DE950-827E-4FE3-A142-862CEA334443}" type="presParOf" srcId="{7E6B2260-7FC6-45F7-839F-18ACDF49D03E}" destId="{C80B0300-94E9-4440-8E00-4516E4D4BF2C}" srcOrd="1" destOrd="0" presId="urn:microsoft.com/office/officeart/2005/8/layout/hProcess9#1"/>
    <dgm:cxn modelId="{005E2FBF-E7CE-4CCB-A466-8F13264E34D6}" type="presParOf" srcId="{C80B0300-94E9-4440-8E00-4516E4D4BF2C}" destId="{BF82A95E-A719-42D1-8E83-7490E5C96C4E}" srcOrd="0" destOrd="0" presId="urn:microsoft.com/office/officeart/2005/8/layout/hProcess9#1"/>
    <dgm:cxn modelId="{B95737B7-9B35-416C-9935-E553FFB941B9}" type="presParOf" srcId="{C80B0300-94E9-4440-8E00-4516E4D4BF2C}" destId="{DED3417F-7264-49BF-BA1C-D49641BA44AB}" srcOrd="1" destOrd="0" presId="urn:microsoft.com/office/officeart/2005/8/layout/hProcess9#1"/>
    <dgm:cxn modelId="{C3379C3A-79C7-4690-9AA6-3F9466E86E7E}" type="presParOf" srcId="{C80B0300-94E9-4440-8E00-4516E4D4BF2C}" destId="{8D8F3A98-04F5-4F7C-A1DA-B275CA1CCF5A}" srcOrd="2" destOrd="0" presId="urn:microsoft.com/office/officeart/2005/8/layout/hProcess9#1"/>
    <dgm:cxn modelId="{FBE3AC2F-32AD-4710-8256-E94921219A8B}" type="presParOf" srcId="{C80B0300-94E9-4440-8E00-4516E4D4BF2C}" destId="{1D56FAC4-80AB-414D-8040-7000ADB0B83E}" srcOrd="3" destOrd="0" presId="urn:microsoft.com/office/officeart/2005/8/layout/hProcess9#1"/>
    <dgm:cxn modelId="{5AD7E141-648B-4651-AB27-E560B00B4126}" type="presParOf" srcId="{C80B0300-94E9-4440-8E00-4516E4D4BF2C}" destId="{630CDB0A-004F-4CA5-A34A-4E40D4A580FB}" srcOrd="4" destOrd="0" presId="urn:microsoft.com/office/officeart/2005/8/layout/hProcess9#1"/>
  </dgm:cxnLst>
  <dgm:bg>
    <a:effectLst>
      <a:innerShdw blurRad="63500" dist="50800" dir="135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1F0BCF-2ED8-4E9B-BFFF-24EF91761D69}" type="doc">
      <dgm:prSet loTypeId="urn:microsoft.com/office/officeart/2005/8/layout/vList2#2" loCatId="list" qsTypeId="urn:microsoft.com/office/officeart/2005/8/quickstyle/simple1#11" qsCatId="simple" csTypeId="urn:microsoft.com/office/officeart/2005/8/colors/accent1_2#8" csCatId="accent1" phldr="1"/>
      <dgm:spPr/>
      <dgm:t>
        <a:bodyPr/>
        <a:lstStyle/>
        <a:p>
          <a:endParaRPr lang="zh-CN" altLang="en-US"/>
        </a:p>
      </dgm:t>
    </dgm:pt>
    <dgm:pt modelId="{B9A2E37F-6523-4748-9EE4-449745B87869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zh-CN" dirty="0" smtClean="0"/>
            <a:t>生存需要</a:t>
          </a:r>
          <a:r>
            <a:rPr lang="zh-CN" altLang="en-US" dirty="0" smtClean="0"/>
            <a:t>　</a:t>
          </a:r>
          <a:r>
            <a:rPr lang="en-US" altLang="zh-CN" dirty="0" smtClean="0"/>
            <a:t>〉</a:t>
          </a:r>
          <a:r>
            <a:rPr lang="zh-CN" dirty="0" smtClean="0"/>
            <a:t>基本需要</a:t>
          </a:r>
          <a:r>
            <a:rPr lang="zh-CN" altLang="en-US" dirty="0" smtClean="0"/>
            <a:t>　</a:t>
          </a:r>
          <a:r>
            <a:rPr lang="en-US" altLang="zh-CN" dirty="0" smtClean="0"/>
            <a:t>〉</a:t>
          </a:r>
          <a:r>
            <a:rPr lang="zh-CN" dirty="0" smtClean="0"/>
            <a:t>非基本需要</a:t>
          </a:r>
          <a:endParaRPr lang="zh-CN" dirty="0"/>
        </a:p>
      </dgm:t>
    </dgm:pt>
    <dgm:pt modelId="{A2CDA1E9-3AE1-46DB-AC62-3154C6BE758A}" cxnId="{C44E37CA-BEC5-4F61-A30C-C023CFE62666}" type="parTrans">
      <dgm:prSet/>
      <dgm:spPr/>
      <dgm:t>
        <a:bodyPr/>
        <a:lstStyle/>
        <a:p>
          <a:endParaRPr lang="zh-CN" altLang="en-US"/>
        </a:p>
      </dgm:t>
    </dgm:pt>
    <dgm:pt modelId="{3241FF2B-E52A-40DB-8C70-BFB3CB39EF58}" cxnId="{C44E37CA-BEC5-4F61-A30C-C023CFE62666}" type="sibTrans">
      <dgm:prSet/>
      <dgm:spPr/>
      <dgm:t>
        <a:bodyPr/>
        <a:lstStyle/>
        <a:p>
          <a:endParaRPr lang="zh-CN" altLang="en-US"/>
        </a:p>
      </dgm:t>
    </dgm:pt>
    <dgm:pt modelId="{9D4705EA-57D0-4466-A464-A092E2473A26}" type="pres">
      <dgm:prSet presAssocID="{C91F0BCF-2ED8-4E9B-BFFF-24EF91761D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8AE58AA-1845-423A-8D38-B5D336374A3A}" type="pres">
      <dgm:prSet presAssocID="{B9A2E37F-6523-4748-9EE4-449745B87869}" presName="parentText" presStyleLbl="node1" presStyleIdx="0" presStyleCnt="1" custScaleY="76759" custLinFactNeighborX="-1176" custLinFactNeighborY="-916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0EA910A-55ED-4BB2-8DF0-658B989A6BAA}" type="presOf" srcId="{C91F0BCF-2ED8-4E9B-BFFF-24EF91761D69}" destId="{9D4705EA-57D0-4466-A464-A092E2473A26}" srcOrd="0" destOrd="0" presId="urn:microsoft.com/office/officeart/2005/8/layout/vList2#2"/>
    <dgm:cxn modelId="{C44E37CA-BEC5-4F61-A30C-C023CFE62666}" srcId="{C91F0BCF-2ED8-4E9B-BFFF-24EF91761D69}" destId="{B9A2E37F-6523-4748-9EE4-449745B87869}" srcOrd="0" destOrd="0" parTransId="{A2CDA1E9-3AE1-46DB-AC62-3154C6BE758A}" sibTransId="{3241FF2B-E52A-40DB-8C70-BFB3CB39EF58}"/>
    <dgm:cxn modelId="{B784C9AE-4B22-44E3-9822-09D50516CFC0}" type="presOf" srcId="{B9A2E37F-6523-4748-9EE4-449745B87869}" destId="{F8AE58AA-1845-423A-8D38-B5D336374A3A}" srcOrd="0" destOrd="0" presId="urn:microsoft.com/office/officeart/2005/8/layout/vList2#2"/>
    <dgm:cxn modelId="{BF775A78-2447-48CA-96AB-A9C346C536AF}" type="presParOf" srcId="{9D4705EA-57D0-4466-A464-A092E2473A26}" destId="{F8AE58AA-1845-423A-8D38-B5D336374A3A}" srcOrd="0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161A693-2CB0-4103-A4F9-1BC08467AA32}" type="doc">
      <dgm:prSet loTypeId="urn:microsoft.com/office/officeart/2005/8/layout/vList2#3" loCatId="list" qsTypeId="urn:microsoft.com/office/officeart/2005/8/quickstyle/simple1#12" qsCatId="simple" csTypeId="urn:microsoft.com/office/officeart/2005/8/colors/accent1_2#9" csCatId="accent1" phldr="1"/>
      <dgm:spPr/>
      <dgm:t>
        <a:bodyPr/>
        <a:lstStyle/>
        <a:p>
          <a:endParaRPr lang="zh-CN" altLang="en-US"/>
        </a:p>
      </dgm:t>
    </dgm:pt>
    <dgm:pt modelId="{819B24C0-5203-4DD4-A4D8-EE1B5F4D1C8E}">
      <dgm:prSet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zh-CN" altLang="en-US" dirty="0" smtClean="0"/>
            <a:t>当且仅当</a:t>
          </a:r>
          <a:r>
            <a:rPr lang="zh-CN" dirty="0" smtClean="0"/>
            <a:t>人类与自然环境同时面临生存需要，人的利益优先。</a:t>
          </a:r>
          <a:endParaRPr lang="zh-CN" dirty="0"/>
        </a:p>
      </dgm:t>
    </dgm:pt>
    <dgm:pt modelId="{7F3712DE-3509-4F57-9C4A-9CF1F2DF2788}" cxnId="{4D4E4AA0-B2E3-4A7E-A12A-B74B0088D147}" type="parTrans">
      <dgm:prSet/>
      <dgm:spPr/>
      <dgm:t>
        <a:bodyPr/>
        <a:lstStyle/>
        <a:p>
          <a:endParaRPr lang="zh-CN" altLang="en-US"/>
        </a:p>
      </dgm:t>
    </dgm:pt>
    <dgm:pt modelId="{29B4C834-625E-4D5C-905F-CA248E3A115B}" cxnId="{4D4E4AA0-B2E3-4A7E-A12A-B74B0088D147}" type="sibTrans">
      <dgm:prSet/>
      <dgm:spPr/>
      <dgm:t>
        <a:bodyPr/>
        <a:lstStyle/>
        <a:p>
          <a:endParaRPr lang="zh-CN" altLang="en-US"/>
        </a:p>
      </dgm:t>
    </dgm:pt>
    <dgm:pt modelId="{D2FE6B20-F207-493D-9B74-8E60FAEDF49E}" type="pres">
      <dgm:prSet presAssocID="{F161A693-2CB0-4103-A4F9-1BC08467AA3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C21BAA-8C64-4564-8672-323DFCEB4F46}" type="pres">
      <dgm:prSet presAssocID="{819B24C0-5203-4DD4-A4D8-EE1B5F4D1C8E}" presName="parentText" presStyleLbl="node1" presStyleIdx="0" presStyleCnt="1" custScaleY="68246" custLinFactNeighborX="-511" custLinFactNeighborY="1265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1375CFB-19A9-43EA-88A8-1E420121360B}" type="presOf" srcId="{819B24C0-5203-4DD4-A4D8-EE1B5F4D1C8E}" destId="{F4C21BAA-8C64-4564-8672-323DFCEB4F46}" srcOrd="0" destOrd="0" presId="urn:microsoft.com/office/officeart/2005/8/layout/vList2#3"/>
    <dgm:cxn modelId="{8821345F-B392-463C-B976-34B6F2AA98EA}" type="presOf" srcId="{F161A693-2CB0-4103-A4F9-1BC08467AA32}" destId="{D2FE6B20-F207-493D-9B74-8E60FAEDF49E}" srcOrd="0" destOrd="0" presId="urn:microsoft.com/office/officeart/2005/8/layout/vList2#3"/>
    <dgm:cxn modelId="{4D4E4AA0-B2E3-4A7E-A12A-B74B0088D147}" srcId="{F161A693-2CB0-4103-A4F9-1BC08467AA32}" destId="{819B24C0-5203-4DD4-A4D8-EE1B5F4D1C8E}" srcOrd="0" destOrd="0" parTransId="{7F3712DE-3509-4F57-9C4A-9CF1F2DF2788}" sibTransId="{29B4C834-625E-4D5C-905F-CA248E3A115B}"/>
    <dgm:cxn modelId="{4B598476-E0E6-4643-ABBD-C987FC3BE8A4}" type="presParOf" srcId="{D2FE6B20-F207-493D-9B74-8E60FAEDF49E}" destId="{F4C21BAA-8C64-4564-8672-323DFCEB4F46}" srcOrd="0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8F8E3C0-C17F-4630-B654-0F78416FD86C}" type="doc">
      <dgm:prSet loTypeId="urn:microsoft.com/office/officeart/2005/8/layout/vList2#4" loCatId="list" qsTypeId="urn:microsoft.com/office/officeart/2005/8/quickstyle/simple1#13" qsCatId="simple" csTypeId="urn:microsoft.com/office/officeart/2005/8/colors/accent1_2#10" csCatId="accent1" phldr="1"/>
      <dgm:spPr/>
      <dgm:t>
        <a:bodyPr/>
        <a:lstStyle/>
        <a:p>
          <a:endParaRPr lang="zh-CN" altLang="en-US"/>
        </a:p>
      </dgm:t>
    </dgm:pt>
    <dgm:pt modelId="{57FCD233-A35D-457F-AB2B-9717131C4EE7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dirty="0" smtClean="0"/>
            <a:t>人类一切活动都应服从自然生态系统的根本需要。</a:t>
          </a:r>
          <a:endParaRPr lang="zh-CN" dirty="0"/>
        </a:p>
      </dgm:t>
    </dgm:pt>
    <dgm:pt modelId="{BFC073CE-C186-4213-80D5-E26188ED6FEC}" cxnId="{8CD671FF-941F-430E-AF00-B8B1828B9F4E}" type="parTrans">
      <dgm:prSet/>
      <dgm:spPr/>
      <dgm:t>
        <a:bodyPr/>
        <a:lstStyle/>
        <a:p>
          <a:endParaRPr lang="zh-CN" altLang="en-US"/>
        </a:p>
      </dgm:t>
    </dgm:pt>
    <dgm:pt modelId="{FCCE6021-4524-4209-B4DA-B25E229EF5FB}" cxnId="{8CD671FF-941F-430E-AF00-B8B1828B9F4E}" type="sibTrans">
      <dgm:prSet/>
      <dgm:spPr/>
      <dgm:t>
        <a:bodyPr/>
        <a:lstStyle/>
        <a:p>
          <a:endParaRPr lang="zh-CN" altLang="en-US"/>
        </a:p>
      </dgm:t>
    </dgm:pt>
    <dgm:pt modelId="{98BBD888-D122-4E79-A8A0-EA25EA8DDB5F}" type="pres">
      <dgm:prSet presAssocID="{78F8E3C0-C17F-4630-B654-0F78416FD86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30B490E-78AD-4A47-8036-0E2CDF0FAD6D}" type="pres">
      <dgm:prSet presAssocID="{57FCD233-A35D-457F-AB2B-9717131C4EE7}" presName="parentText" presStyleLbl="node1" presStyleIdx="0" presStyleCnt="1" custLinFactNeighborY="-35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CD671FF-941F-430E-AF00-B8B1828B9F4E}" srcId="{78F8E3C0-C17F-4630-B654-0F78416FD86C}" destId="{57FCD233-A35D-457F-AB2B-9717131C4EE7}" srcOrd="0" destOrd="0" parTransId="{BFC073CE-C186-4213-80D5-E26188ED6FEC}" sibTransId="{FCCE6021-4524-4209-B4DA-B25E229EF5FB}"/>
    <dgm:cxn modelId="{4922AD92-34FF-4575-BBEA-DC12F300E050}" type="presOf" srcId="{57FCD233-A35D-457F-AB2B-9717131C4EE7}" destId="{730B490E-78AD-4A47-8036-0E2CDF0FAD6D}" srcOrd="0" destOrd="0" presId="urn:microsoft.com/office/officeart/2005/8/layout/vList2#4"/>
    <dgm:cxn modelId="{D791EBAB-E94C-493F-B920-E0049FF5F090}" type="presOf" srcId="{78F8E3C0-C17F-4630-B654-0F78416FD86C}" destId="{98BBD888-D122-4E79-A8A0-EA25EA8DDB5F}" srcOrd="0" destOrd="0" presId="urn:microsoft.com/office/officeart/2005/8/layout/vList2#4"/>
    <dgm:cxn modelId="{A2464F9C-DA92-4956-9A3D-E7F6FE985C01}" type="presParOf" srcId="{98BBD888-D122-4E79-A8A0-EA25EA8DDB5F}" destId="{730B490E-78AD-4A47-8036-0E2CDF0FAD6D}" srcOrd="0" destOrd="0" presId="urn:microsoft.com/office/officeart/2005/8/layout/vList2#4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C4E5FB3-959E-4939-8200-E7CEDB58FEAF}" type="doc">
      <dgm:prSet loTypeId="urn:microsoft.com/office/officeart/2008/layout/VerticalCurvedList#1" loCatId="list" qsTypeId="urn:microsoft.com/office/officeart/2005/8/quickstyle/simple1#14" qsCatId="simple" csTypeId="urn:microsoft.com/office/officeart/2005/8/colors/colorful4#1" csCatId="colorful" phldr="1"/>
      <dgm:spPr/>
      <dgm:t>
        <a:bodyPr/>
        <a:lstStyle/>
        <a:p>
          <a:endParaRPr lang="zh-CN" altLang="en-US"/>
        </a:p>
      </dgm:t>
    </dgm:pt>
    <dgm:pt modelId="{110BBE55-0349-431D-8874-26E076392E5D}">
      <dgm:prSet/>
      <dgm:spPr/>
      <dgm:t>
        <a:bodyPr/>
        <a:lstStyle/>
        <a:p>
          <a:pPr rtl="0"/>
          <a:r>
            <a:rPr lang="zh-CN" dirty="0" smtClean="0"/>
            <a:t>当自然的整体利益与人类的局部利益发生冲突时，依据原则（</a:t>
          </a:r>
          <a:r>
            <a:rPr lang="zh-CN" altLang="en-US" dirty="0" smtClean="0"/>
            <a:t>１</a:t>
          </a:r>
          <a:r>
            <a:rPr lang="zh-CN" dirty="0" smtClean="0"/>
            <a:t>）来解决</a:t>
          </a:r>
          <a:r>
            <a:rPr lang="zh-CN" altLang="en-US" dirty="0" smtClean="0"/>
            <a:t>。</a:t>
          </a:r>
          <a:endParaRPr lang="zh-CN" dirty="0"/>
        </a:p>
      </dgm:t>
    </dgm:pt>
    <dgm:pt modelId="{C53B8986-97DB-4718-BFCC-2477253993B7}" cxnId="{6522AAF1-B36B-4BEF-B56F-910A59F05393}" type="parTrans">
      <dgm:prSet/>
      <dgm:spPr/>
      <dgm:t>
        <a:bodyPr/>
        <a:lstStyle/>
        <a:p>
          <a:endParaRPr lang="zh-CN" altLang="en-US"/>
        </a:p>
      </dgm:t>
    </dgm:pt>
    <dgm:pt modelId="{11438D13-9253-4064-8B81-D1DAFB3A3C53}" cxnId="{6522AAF1-B36B-4BEF-B56F-910A59F05393}" type="sibTrans">
      <dgm:prSet/>
      <dgm:spPr/>
      <dgm:t>
        <a:bodyPr/>
        <a:lstStyle/>
        <a:p>
          <a:endParaRPr lang="zh-CN" altLang="en-US"/>
        </a:p>
      </dgm:t>
    </dgm:pt>
    <dgm:pt modelId="{24C223AB-9EBF-49BE-B740-6B30516AEB5B}">
      <dgm:prSet/>
      <dgm:spPr/>
      <dgm:t>
        <a:bodyPr/>
        <a:lstStyle/>
        <a:p>
          <a:pPr rtl="0"/>
          <a:r>
            <a:rPr lang="zh-CN" dirty="0" smtClean="0"/>
            <a:t>当自然的局部利益与人类的局部利益</a:t>
          </a:r>
          <a:r>
            <a:rPr lang="zh-CN" altLang="en-US" dirty="0" smtClean="0"/>
            <a:t>冲突时</a:t>
          </a:r>
          <a:r>
            <a:rPr lang="zh-CN" dirty="0" smtClean="0"/>
            <a:t>，依据原则（</a:t>
          </a:r>
          <a:r>
            <a:rPr lang="zh-CN" altLang="en-US" dirty="0" smtClean="0"/>
            <a:t>２</a:t>
          </a:r>
          <a:r>
            <a:rPr lang="zh-CN" dirty="0" smtClean="0"/>
            <a:t>）来解决。</a:t>
          </a:r>
          <a:endParaRPr lang="zh-CN" dirty="0"/>
        </a:p>
      </dgm:t>
    </dgm:pt>
    <dgm:pt modelId="{09D53694-F418-43C3-ADB7-0D51569D3BAA}" cxnId="{17D40A36-A995-4343-AB34-436A0AE08589}" type="parTrans">
      <dgm:prSet/>
      <dgm:spPr/>
      <dgm:t>
        <a:bodyPr/>
        <a:lstStyle/>
        <a:p>
          <a:endParaRPr lang="zh-CN" altLang="en-US"/>
        </a:p>
      </dgm:t>
    </dgm:pt>
    <dgm:pt modelId="{6633C62E-0549-4491-8FF8-525DB8FECC8C}" cxnId="{17D40A36-A995-4343-AB34-436A0AE08589}" type="sibTrans">
      <dgm:prSet/>
      <dgm:spPr/>
      <dgm:t>
        <a:bodyPr/>
        <a:lstStyle/>
        <a:p>
          <a:endParaRPr lang="zh-CN" altLang="en-US"/>
        </a:p>
      </dgm:t>
    </dgm:pt>
    <dgm:pt modelId="{68C8D56F-9F38-4907-A334-DF28AB28A0FF}">
      <dgm:prSet/>
      <dgm:spPr/>
      <dgm:t>
        <a:bodyPr/>
        <a:lstStyle/>
        <a:p>
          <a:pPr rtl="0"/>
          <a:r>
            <a:rPr lang="zh-CN" dirty="0" smtClean="0"/>
            <a:t>当自然的整体利益与人类的整体利益发生冲突时依据原则（</a:t>
          </a:r>
          <a:r>
            <a:rPr lang="zh-CN" altLang="en-US" dirty="0" smtClean="0"/>
            <a:t>３</a:t>
          </a:r>
          <a:r>
            <a:rPr lang="zh-CN" dirty="0" smtClean="0"/>
            <a:t>）来解决。</a:t>
          </a:r>
          <a:endParaRPr lang="zh-CN" dirty="0"/>
        </a:p>
      </dgm:t>
    </dgm:pt>
    <dgm:pt modelId="{272C6745-23AC-4B24-AA43-6BDC15B54B99}" cxnId="{04DA6413-EA5C-4BD2-B59A-1F4F7C1562DA}" type="parTrans">
      <dgm:prSet/>
      <dgm:spPr/>
      <dgm:t>
        <a:bodyPr/>
        <a:lstStyle/>
        <a:p>
          <a:endParaRPr lang="zh-CN" altLang="en-US"/>
        </a:p>
      </dgm:t>
    </dgm:pt>
    <dgm:pt modelId="{CD04CD4A-FE73-4922-9074-20E3C15E5BCF}" cxnId="{04DA6413-EA5C-4BD2-B59A-1F4F7C1562DA}" type="sibTrans">
      <dgm:prSet/>
      <dgm:spPr/>
      <dgm:t>
        <a:bodyPr/>
        <a:lstStyle/>
        <a:p>
          <a:endParaRPr lang="zh-CN" altLang="en-US"/>
        </a:p>
      </dgm:t>
    </dgm:pt>
    <dgm:pt modelId="{087EA49A-C338-4A2B-9F4A-758C3C2D72F7}" type="pres">
      <dgm:prSet presAssocID="{6C4E5FB3-959E-4939-8200-E7CEDB58FEAF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F34BEC11-6959-4C90-AF29-9A3F33279ECE}" type="pres">
      <dgm:prSet presAssocID="{6C4E5FB3-959E-4939-8200-E7CEDB58FEAF}" presName="Name1" presStyleCnt="0"/>
      <dgm:spPr/>
    </dgm:pt>
    <dgm:pt modelId="{5ABD3AFA-2DD3-409C-8E74-2E77DCE9612A}" type="pres">
      <dgm:prSet presAssocID="{6C4E5FB3-959E-4939-8200-E7CEDB58FEAF}" presName="cycle" presStyleCnt="0"/>
      <dgm:spPr/>
    </dgm:pt>
    <dgm:pt modelId="{5E5C4EB0-A7A9-4820-83E5-990AA647D830}" type="pres">
      <dgm:prSet presAssocID="{6C4E5FB3-959E-4939-8200-E7CEDB58FEAF}" presName="srcNode" presStyleLbl="node1" presStyleIdx="0" presStyleCnt="3"/>
      <dgm:spPr/>
    </dgm:pt>
    <dgm:pt modelId="{FAE752F3-A567-4091-88B0-3ABDE2E11278}" type="pres">
      <dgm:prSet presAssocID="{6C4E5FB3-959E-4939-8200-E7CEDB58FEAF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49916535-6DDC-48E9-B50B-1342ACCAF5C8}" type="pres">
      <dgm:prSet presAssocID="{6C4E5FB3-959E-4939-8200-E7CEDB58FEAF}" presName="extraNode" presStyleLbl="node1" presStyleIdx="0" presStyleCnt="3"/>
      <dgm:spPr/>
    </dgm:pt>
    <dgm:pt modelId="{5B93F425-7D43-4F79-9E05-EC388C96B613}" type="pres">
      <dgm:prSet presAssocID="{6C4E5FB3-959E-4939-8200-E7CEDB58FEAF}" presName="dstNode" presStyleLbl="node1" presStyleIdx="0" presStyleCnt="3"/>
      <dgm:spPr/>
    </dgm:pt>
    <dgm:pt modelId="{357D67F3-AE19-4D33-A17C-764043B0B1C5}" type="pres">
      <dgm:prSet presAssocID="{110BBE55-0349-431D-8874-26E076392E5D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DBD23D-48FD-47DE-8DE4-4CF2F4D5F37D}" type="pres">
      <dgm:prSet presAssocID="{110BBE55-0349-431D-8874-26E076392E5D}" presName="accent_1" presStyleCnt="0"/>
      <dgm:spPr/>
    </dgm:pt>
    <dgm:pt modelId="{9765A0E8-7317-4F57-B342-693817BA54BD}" type="pres">
      <dgm:prSet presAssocID="{110BBE55-0349-431D-8874-26E076392E5D}" presName="accentRepeatNode" presStyleLbl="solidFgAcc1" presStyleIdx="0" presStyleCnt="3"/>
      <dgm:spPr>
        <a:solidFill>
          <a:srgbClr val="C00000"/>
        </a:solidFill>
      </dgm:spPr>
    </dgm:pt>
    <dgm:pt modelId="{8BF876FC-DDFB-4525-9160-236A72FAFF1F}" type="pres">
      <dgm:prSet presAssocID="{24C223AB-9EBF-49BE-B740-6B30516AEB5B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BAE51F5-6545-462A-9DBC-3D6281C2F14E}" type="pres">
      <dgm:prSet presAssocID="{24C223AB-9EBF-49BE-B740-6B30516AEB5B}" presName="accent_2" presStyleCnt="0"/>
      <dgm:spPr/>
    </dgm:pt>
    <dgm:pt modelId="{38A117E8-1F55-4378-B305-DB7BA6B0462A}" type="pres">
      <dgm:prSet presAssocID="{24C223AB-9EBF-49BE-B740-6B30516AEB5B}" presName="accentRepeatNode" presStyleLbl="solidFgAcc1" presStyleIdx="1" presStyleCnt="3"/>
      <dgm:spPr>
        <a:solidFill>
          <a:schemeClr val="accent2">
            <a:lumMod val="50000"/>
          </a:schemeClr>
        </a:solidFill>
      </dgm:spPr>
    </dgm:pt>
    <dgm:pt modelId="{17BB557C-BA22-44DF-9C8E-1D3899EBD40D}" type="pres">
      <dgm:prSet presAssocID="{68C8D56F-9F38-4907-A334-DF28AB28A0FF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57DAAC-584C-4458-B862-832CBED8B9EB}" type="pres">
      <dgm:prSet presAssocID="{68C8D56F-9F38-4907-A334-DF28AB28A0FF}" presName="accent_3" presStyleCnt="0"/>
      <dgm:spPr/>
    </dgm:pt>
    <dgm:pt modelId="{89BBAEE7-6A15-48BF-BA00-91A27DBB77B1}" type="pres">
      <dgm:prSet presAssocID="{68C8D56F-9F38-4907-A334-DF28AB28A0FF}" presName="accentRepeatNode" presStyleLbl="solidFgAcc1" presStyleIdx="2" presStyleCnt="3"/>
      <dgm:spPr>
        <a:solidFill>
          <a:srgbClr val="7030A0"/>
        </a:solidFill>
      </dgm:spPr>
    </dgm:pt>
  </dgm:ptLst>
  <dgm:cxnLst>
    <dgm:cxn modelId="{12F555C5-9C04-4199-9990-475942A0FAC3}" type="presOf" srcId="{110BBE55-0349-431D-8874-26E076392E5D}" destId="{357D67F3-AE19-4D33-A17C-764043B0B1C5}" srcOrd="0" destOrd="0" presId="urn:microsoft.com/office/officeart/2008/layout/VerticalCurvedList#1"/>
    <dgm:cxn modelId="{6522AAF1-B36B-4BEF-B56F-910A59F05393}" srcId="{6C4E5FB3-959E-4939-8200-E7CEDB58FEAF}" destId="{110BBE55-0349-431D-8874-26E076392E5D}" srcOrd="0" destOrd="0" parTransId="{C53B8986-97DB-4718-BFCC-2477253993B7}" sibTransId="{11438D13-9253-4064-8B81-D1DAFB3A3C53}"/>
    <dgm:cxn modelId="{17D40A36-A995-4343-AB34-436A0AE08589}" srcId="{6C4E5FB3-959E-4939-8200-E7CEDB58FEAF}" destId="{24C223AB-9EBF-49BE-B740-6B30516AEB5B}" srcOrd="1" destOrd="0" parTransId="{09D53694-F418-43C3-ADB7-0D51569D3BAA}" sibTransId="{6633C62E-0549-4491-8FF8-525DB8FECC8C}"/>
    <dgm:cxn modelId="{04DA6413-EA5C-4BD2-B59A-1F4F7C1562DA}" srcId="{6C4E5FB3-959E-4939-8200-E7CEDB58FEAF}" destId="{68C8D56F-9F38-4907-A334-DF28AB28A0FF}" srcOrd="2" destOrd="0" parTransId="{272C6745-23AC-4B24-AA43-6BDC15B54B99}" sibTransId="{CD04CD4A-FE73-4922-9074-20E3C15E5BCF}"/>
    <dgm:cxn modelId="{D905AB61-D1DB-493C-A9DE-28E0785011FB}" type="presOf" srcId="{11438D13-9253-4064-8B81-D1DAFB3A3C53}" destId="{FAE752F3-A567-4091-88B0-3ABDE2E11278}" srcOrd="0" destOrd="0" presId="urn:microsoft.com/office/officeart/2008/layout/VerticalCurvedList#1"/>
    <dgm:cxn modelId="{7C446685-BD24-4F27-A48B-F60BC9AE5A10}" type="presOf" srcId="{6C4E5FB3-959E-4939-8200-E7CEDB58FEAF}" destId="{087EA49A-C338-4A2B-9F4A-758C3C2D72F7}" srcOrd="0" destOrd="0" presId="urn:microsoft.com/office/officeart/2008/layout/VerticalCurvedList#1"/>
    <dgm:cxn modelId="{80D61548-BA59-421C-B42C-525DED240988}" type="presOf" srcId="{68C8D56F-9F38-4907-A334-DF28AB28A0FF}" destId="{17BB557C-BA22-44DF-9C8E-1D3899EBD40D}" srcOrd="0" destOrd="0" presId="urn:microsoft.com/office/officeart/2008/layout/VerticalCurvedList#1"/>
    <dgm:cxn modelId="{76F536F2-CF49-4448-8CB6-F4974990950D}" type="presOf" srcId="{24C223AB-9EBF-49BE-B740-6B30516AEB5B}" destId="{8BF876FC-DDFB-4525-9160-236A72FAFF1F}" srcOrd="0" destOrd="0" presId="urn:microsoft.com/office/officeart/2008/layout/VerticalCurvedList#1"/>
    <dgm:cxn modelId="{82F0FC41-A11F-4F7C-9CDB-3AA55AAC2560}" type="presParOf" srcId="{087EA49A-C338-4A2B-9F4A-758C3C2D72F7}" destId="{F34BEC11-6959-4C90-AF29-9A3F33279ECE}" srcOrd="0" destOrd="0" presId="urn:microsoft.com/office/officeart/2008/layout/VerticalCurvedList#1"/>
    <dgm:cxn modelId="{7355DFB2-43AF-4C4C-B9D9-36C82D531AAC}" type="presParOf" srcId="{F34BEC11-6959-4C90-AF29-9A3F33279ECE}" destId="{5ABD3AFA-2DD3-409C-8E74-2E77DCE9612A}" srcOrd="0" destOrd="0" presId="urn:microsoft.com/office/officeart/2008/layout/VerticalCurvedList#1"/>
    <dgm:cxn modelId="{361B7B62-D5AA-45DA-BA0C-FDF6B54C24AE}" type="presParOf" srcId="{5ABD3AFA-2DD3-409C-8E74-2E77DCE9612A}" destId="{5E5C4EB0-A7A9-4820-83E5-990AA647D830}" srcOrd="0" destOrd="0" presId="urn:microsoft.com/office/officeart/2008/layout/VerticalCurvedList#1"/>
    <dgm:cxn modelId="{BC0D38B1-3592-4811-9B69-8A8F27303351}" type="presParOf" srcId="{5ABD3AFA-2DD3-409C-8E74-2E77DCE9612A}" destId="{FAE752F3-A567-4091-88B0-3ABDE2E11278}" srcOrd="1" destOrd="0" presId="urn:microsoft.com/office/officeart/2008/layout/VerticalCurvedList#1"/>
    <dgm:cxn modelId="{0AB63283-7FBC-406C-A082-9BA9193FF853}" type="presParOf" srcId="{5ABD3AFA-2DD3-409C-8E74-2E77DCE9612A}" destId="{49916535-6DDC-48E9-B50B-1342ACCAF5C8}" srcOrd="2" destOrd="0" presId="urn:microsoft.com/office/officeart/2008/layout/VerticalCurvedList#1"/>
    <dgm:cxn modelId="{0B1B02AB-6B52-4BD0-B8E9-4016F5C09EF8}" type="presParOf" srcId="{5ABD3AFA-2DD3-409C-8E74-2E77DCE9612A}" destId="{5B93F425-7D43-4F79-9E05-EC388C96B613}" srcOrd="3" destOrd="0" presId="urn:microsoft.com/office/officeart/2008/layout/VerticalCurvedList#1"/>
    <dgm:cxn modelId="{7522134F-1AF5-43F4-9459-9F9D21699699}" type="presParOf" srcId="{F34BEC11-6959-4C90-AF29-9A3F33279ECE}" destId="{357D67F3-AE19-4D33-A17C-764043B0B1C5}" srcOrd="1" destOrd="0" presId="urn:microsoft.com/office/officeart/2008/layout/VerticalCurvedList#1"/>
    <dgm:cxn modelId="{12DC39E7-B3B2-4CA6-8E71-F5281BA7F8D7}" type="presParOf" srcId="{F34BEC11-6959-4C90-AF29-9A3F33279ECE}" destId="{8DDBD23D-48FD-47DE-8DE4-4CF2F4D5F37D}" srcOrd="2" destOrd="0" presId="urn:microsoft.com/office/officeart/2008/layout/VerticalCurvedList#1"/>
    <dgm:cxn modelId="{106B5B45-3ECB-486B-B0B5-6C5C87D3C3CA}" type="presParOf" srcId="{8DDBD23D-48FD-47DE-8DE4-4CF2F4D5F37D}" destId="{9765A0E8-7317-4F57-B342-693817BA54BD}" srcOrd="0" destOrd="0" presId="urn:microsoft.com/office/officeart/2008/layout/VerticalCurvedList#1"/>
    <dgm:cxn modelId="{90069D7E-278A-492A-B0BA-09E960AF13CE}" type="presParOf" srcId="{F34BEC11-6959-4C90-AF29-9A3F33279ECE}" destId="{8BF876FC-DDFB-4525-9160-236A72FAFF1F}" srcOrd="3" destOrd="0" presId="urn:microsoft.com/office/officeart/2008/layout/VerticalCurvedList#1"/>
    <dgm:cxn modelId="{CE121E91-59D4-4E62-95F3-16B86DEF388E}" type="presParOf" srcId="{F34BEC11-6959-4C90-AF29-9A3F33279ECE}" destId="{FBAE51F5-6545-462A-9DBC-3D6281C2F14E}" srcOrd="4" destOrd="0" presId="urn:microsoft.com/office/officeart/2008/layout/VerticalCurvedList#1"/>
    <dgm:cxn modelId="{7E49A4E6-149F-4DBF-A519-E135A5924C9D}" type="presParOf" srcId="{FBAE51F5-6545-462A-9DBC-3D6281C2F14E}" destId="{38A117E8-1F55-4378-B305-DB7BA6B0462A}" srcOrd="0" destOrd="0" presId="urn:microsoft.com/office/officeart/2008/layout/VerticalCurvedList#1"/>
    <dgm:cxn modelId="{226F12D0-84FD-45D5-A082-3F202BA393BC}" type="presParOf" srcId="{F34BEC11-6959-4C90-AF29-9A3F33279ECE}" destId="{17BB557C-BA22-44DF-9C8E-1D3899EBD40D}" srcOrd="5" destOrd="0" presId="urn:microsoft.com/office/officeart/2008/layout/VerticalCurvedList#1"/>
    <dgm:cxn modelId="{9EFA698E-D422-45DC-9DF4-D76ABAC86576}" type="presParOf" srcId="{F34BEC11-6959-4C90-AF29-9A3F33279ECE}" destId="{C857DAAC-584C-4458-B862-832CBED8B9EB}" srcOrd="6" destOrd="0" presId="urn:microsoft.com/office/officeart/2008/layout/VerticalCurvedList#1"/>
    <dgm:cxn modelId="{477314A2-B56B-4C5C-BBEF-3DEE7904AF99}" type="presParOf" srcId="{C857DAAC-584C-4458-B862-832CBED8B9EB}" destId="{89BBAEE7-6A15-48BF-BA00-91A27DBB77B1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AC9C6E0-21F9-45C1-A607-B4D82439C9B9}" type="doc">
      <dgm:prSet loTypeId="urn:microsoft.com/office/officeart/2005/8/layout/orgChart1#5" loCatId="hierarchy" qsTypeId="urn:microsoft.com/office/officeart/2005/8/quickstyle/3d3#2" qsCatId="3D" csTypeId="urn:microsoft.com/office/officeart/2005/8/colors/accent0_3#1" csCatId="mainScheme" phldr="1"/>
      <dgm:spPr/>
      <dgm:t>
        <a:bodyPr/>
        <a:lstStyle/>
        <a:p>
          <a:endParaRPr lang="zh-CN" altLang="en-US"/>
        </a:p>
      </dgm:t>
    </dgm:pt>
    <dgm:pt modelId="{383870A5-39DF-4AD0-AA7C-4F95994C33C3}">
      <dgm:prSet/>
      <dgm:spPr/>
      <dgm:t>
        <a:bodyPr/>
        <a:lstStyle/>
        <a:p>
          <a:pPr rtl="0"/>
          <a:r>
            <a:rPr lang="zh-CN" dirty="0" smtClean="0"/>
            <a:t>伦理责任</a:t>
          </a:r>
          <a:endParaRPr lang="zh-CN" dirty="0"/>
        </a:p>
      </dgm:t>
    </dgm:pt>
    <dgm:pt modelId="{41658C2E-F927-429E-9291-ECE6CDBB8051}" cxnId="{10384BD8-8C4C-4C7D-A4AF-63EC5A325065}" type="parTrans">
      <dgm:prSet/>
      <dgm:spPr/>
      <dgm:t>
        <a:bodyPr/>
        <a:lstStyle/>
        <a:p>
          <a:endParaRPr lang="zh-CN" altLang="en-US"/>
        </a:p>
      </dgm:t>
    </dgm:pt>
    <dgm:pt modelId="{4F70440A-9E14-4691-9F19-2D533D4D72F5}" cxnId="{10384BD8-8C4C-4C7D-A4AF-63EC5A325065}" type="sibTrans">
      <dgm:prSet/>
      <dgm:spPr/>
      <dgm:t>
        <a:bodyPr/>
        <a:lstStyle/>
        <a:p>
          <a:endParaRPr lang="zh-CN" altLang="en-US"/>
        </a:p>
      </dgm:t>
    </dgm:pt>
    <dgm:pt modelId="{4721D513-8088-4E1D-8072-897E67E9D124}">
      <dgm:prSet/>
      <dgm:spPr/>
      <dgm:t>
        <a:bodyPr/>
        <a:lstStyle/>
        <a:p>
          <a:pPr rtl="0"/>
          <a:r>
            <a:rPr lang="zh-CN" dirty="0" smtClean="0"/>
            <a:t>限制</a:t>
          </a:r>
          <a:endParaRPr lang="zh-CN" dirty="0"/>
        </a:p>
      </dgm:t>
    </dgm:pt>
    <dgm:pt modelId="{9D4F79AA-EEF1-4E63-A120-895219479BD4}" cxnId="{82DE3E1E-2263-4876-93DE-EABDC8ED9C77}" type="parTrans">
      <dgm:prSet/>
      <dgm:spPr/>
      <dgm:t>
        <a:bodyPr/>
        <a:lstStyle/>
        <a:p>
          <a:endParaRPr lang="zh-CN" altLang="en-US"/>
        </a:p>
      </dgm:t>
    </dgm:pt>
    <dgm:pt modelId="{C958346B-C2AC-43ED-95FC-0D544C595A80}" cxnId="{82DE3E1E-2263-4876-93DE-EABDC8ED9C77}" type="sibTrans">
      <dgm:prSet/>
      <dgm:spPr/>
      <dgm:t>
        <a:bodyPr/>
        <a:lstStyle/>
        <a:p>
          <a:endParaRPr lang="zh-CN" altLang="en-US"/>
        </a:p>
      </dgm:t>
    </dgm:pt>
    <dgm:pt modelId="{9C4A78BA-2A9B-40A9-810E-DCA42F02B285}">
      <dgm:prSet/>
      <dgm:spPr/>
      <dgm:t>
        <a:bodyPr/>
        <a:lstStyle/>
        <a:p>
          <a:pPr rtl="0"/>
          <a:r>
            <a:rPr lang="zh-CN" smtClean="0"/>
            <a:t>保护</a:t>
          </a:r>
          <a:endParaRPr lang="zh-CN"/>
        </a:p>
      </dgm:t>
    </dgm:pt>
    <dgm:pt modelId="{3E986E86-EA31-4C4A-9A62-CC774DEC00D2}" cxnId="{057D4AA5-B5B8-4FD2-AC15-BE9A6118A5E0}" type="parTrans">
      <dgm:prSet/>
      <dgm:spPr/>
      <dgm:t>
        <a:bodyPr/>
        <a:lstStyle/>
        <a:p>
          <a:endParaRPr lang="zh-CN" altLang="en-US"/>
        </a:p>
      </dgm:t>
    </dgm:pt>
    <dgm:pt modelId="{835FDDCB-70BE-4CFD-919E-D92932E4DC44}" cxnId="{057D4AA5-B5B8-4FD2-AC15-BE9A6118A5E0}" type="sibTrans">
      <dgm:prSet/>
      <dgm:spPr/>
      <dgm:t>
        <a:bodyPr/>
        <a:lstStyle/>
        <a:p>
          <a:endParaRPr lang="zh-CN" altLang="en-US"/>
        </a:p>
      </dgm:t>
    </dgm:pt>
    <dgm:pt modelId="{38F960E5-4F87-4D6C-822F-92206D44D169}" type="pres">
      <dgm:prSet presAssocID="{BAC9C6E0-21F9-45C1-A607-B4D82439C9B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7A523F0-E6DD-4B71-8D5E-2FDFFDD6D515}" type="pres">
      <dgm:prSet presAssocID="{383870A5-39DF-4AD0-AA7C-4F95994C33C3}" presName="hierRoot1" presStyleCnt="0">
        <dgm:presLayoutVars>
          <dgm:hierBranch val="init"/>
        </dgm:presLayoutVars>
      </dgm:prSet>
      <dgm:spPr/>
    </dgm:pt>
    <dgm:pt modelId="{42DB3A1A-8CA9-4E38-8491-6D6F3C0FC87E}" type="pres">
      <dgm:prSet presAssocID="{383870A5-39DF-4AD0-AA7C-4F95994C33C3}" presName="rootComposite1" presStyleCnt="0"/>
      <dgm:spPr/>
    </dgm:pt>
    <dgm:pt modelId="{89D9EB41-915A-46E1-84CB-614EC3DCB0C4}" type="pres">
      <dgm:prSet presAssocID="{383870A5-39DF-4AD0-AA7C-4F95994C33C3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ED99EDD-3774-4E47-97CB-A97DD12F145C}" type="pres">
      <dgm:prSet presAssocID="{383870A5-39DF-4AD0-AA7C-4F95994C33C3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B153A38D-CAB7-4126-92AC-D24EB0CC96C6}" type="pres">
      <dgm:prSet presAssocID="{383870A5-39DF-4AD0-AA7C-4F95994C33C3}" presName="hierChild2" presStyleCnt="0"/>
      <dgm:spPr/>
    </dgm:pt>
    <dgm:pt modelId="{AA1CA397-FB2E-4B81-974A-9CB080F7C64F}" type="pres">
      <dgm:prSet presAssocID="{9D4F79AA-EEF1-4E63-A120-895219479BD4}" presName="Name37" presStyleLbl="parChTrans1D2" presStyleIdx="0" presStyleCnt="2"/>
      <dgm:spPr/>
      <dgm:t>
        <a:bodyPr/>
        <a:lstStyle/>
        <a:p>
          <a:endParaRPr lang="zh-CN" altLang="en-US"/>
        </a:p>
      </dgm:t>
    </dgm:pt>
    <dgm:pt modelId="{0289E1AC-C83E-4085-A903-D549F99AD65B}" type="pres">
      <dgm:prSet presAssocID="{4721D513-8088-4E1D-8072-897E67E9D124}" presName="hierRoot2" presStyleCnt="0">
        <dgm:presLayoutVars>
          <dgm:hierBranch val="init"/>
        </dgm:presLayoutVars>
      </dgm:prSet>
      <dgm:spPr/>
    </dgm:pt>
    <dgm:pt modelId="{18A08A41-3265-4C67-BE39-6E54FD1FE94D}" type="pres">
      <dgm:prSet presAssocID="{4721D513-8088-4E1D-8072-897E67E9D124}" presName="rootComposite" presStyleCnt="0"/>
      <dgm:spPr/>
    </dgm:pt>
    <dgm:pt modelId="{C293EE43-67F6-4A31-A132-A75FAF1C6A7D}" type="pres">
      <dgm:prSet presAssocID="{4721D513-8088-4E1D-8072-897E67E9D124}" presName="rootText" presStyleLbl="node2" presStyleIdx="0" presStyleCnt="2" custScaleX="100000" custScaleY="58175" custLinFactNeighborX="-84708" custLinFactNeighborY="439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87522AA-43F2-4E54-B6FC-70BCA35FE304}" type="pres">
      <dgm:prSet presAssocID="{4721D513-8088-4E1D-8072-897E67E9D124}" presName="rootConnector" presStyleLbl="node2" presStyleIdx="0" presStyleCnt="2"/>
      <dgm:spPr/>
      <dgm:t>
        <a:bodyPr/>
        <a:lstStyle/>
        <a:p>
          <a:endParaRPr lang="zh-CN" altLang="en-US"/>
        </a:p>
      </dgm:t>
    </dgm:pt>
    <dgm:pt modelId="{C5A4892E-603B-48D4-819F-D0C905A61AB0}" type="pres">
      <dgm:prSet presAssocID="{4721D513-8088-4E1D-8072-897E67E9D124}" presName="hierChild4" presStyleCnt="0"/>
      <dgm:spPr/>
    </dgm:pt>
    <dgm:pt modelId="{072252F8-15B2-42A3-A39B-D676AAD16F36}" type="pres">
      <dgm:prSet presAssocID="{4721D513-8088-4E1D-8072-897E67E9D124}" presName="hierChild5" presStyleCnt="0"/>
      <dgm:spPr/>
    </dgm:pt>
    <dgm:pt modelId="{25162C09-FF14-4B0D-891C-760366713A0F}" type="pres">
      <dgm:prSet presAssocID="{3E986E86-EA31-4C4A-9A62-CC774DEC00D2}" presName="Name37" presStyleLbl="parChTrans1D2" presStyleIdx="1" presStyleCnt="2"/>
      <dgm:spPr/>
      <dgm:t>
        <a:bodyPr/>
        <a:lstStyle/>
        <a:p>
          <a:endParaRPr lang="zh-CN" altLang="en-US"/>
        </a:p>
      </dgm:t>
    </dgm:pt>
    <dgm:pt modelId="{F2332578-49AF-4567-A1D3-271DFB128E8B}" type="pres">
      <dgm:prSet presAssocID="{9C4A78BA-2A9B-40A9-810E-DCA42F02B285}" presName="hierRoot2" presStyleCnt="0">
        <dgm:presLayoutVars>
          <dgm:hierBranch val="init"/>
        </dgm:presLayoutVars>
      </dgm:prSet>
      <dgm:spPr/>
    </dgm:pt>
    <dgm:pt modelId="{19157A95-CBF4-4250-889A-1B15949E6B41}" type="pres">
      <dgm:prSet presAssocID="{9C4A78BA-2A9B-40A9-810E-DCA42F02B285}" presName="rootComposite" presStyleCnt="0"/>
      <dgm:spPr/>
    </dgm:pt>
    <dgm:pt modelId="{BB3A6608-3F4C-41C9-A2FA-4BDAE3B4507E}" type="pres">
      <dgm:prSet presAssocID="{9C4A78BA-2A9B-40A9-810E-DCA42F02B285}" presName="rootText" presStyleLbl="node2" presStyleIdx="1" presStyleCnt="2" custScaleY="61266" custLinFactNeighborX="87293" custLinFactNeighborY="-374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A5567D4-7104-4019-81CD-089C7EB0882A}" type="pres">
      <dgm:prSet presAssocID="{9C4A78BA-2A9B-40A9-810E-DCA42F02B285}" presName="rootConnector" presStyleLbl="node2" presStyleIdx="1" presStyleCnt="2"/>
      <dgm:spPr/>
      <dgm:t>
        <a:bodyPr/>
        <a:lstStyle/>
        <a:p>
          <a:endParaRPr lang="zh-CN" altLang="en-US"/>
        </a:p>
      </dgm:t>
    </dgm:pt>
    <dgm:pt modelId="{84B24673-EC15-4897-B4D8-2CC37DDB978F}" type="pres">
      <dgm:prSet presAssocID="{9C4A78BA-2A9B-40A9-810E-DCA42F02B285}" presName="hierChild4" presStyleCnt="0"/>
      <dgm:spPr/>
    </dgm:pt>
    <dgm:pt modelId="{00CEF865-E463-40A8-8559-7E13051CCDB6}" type="pres">
      <dgm:prSet presAssocID="{9C4A78BA-2A9B-40A9-810E-DCA42F02B285}" presName="hierChild5" presStyleCnt="0"/>
      <dgm:spPr/>
    </dgm:pt>
    <dgm:pt modelId="{3B6E5BA8-68E5-4469-8BF1-A05E1BDDC789}" type="pres">
      <dgm:prSet presAssocID="{383870A5-39DF-4AD0-AA7C-4F95994C33C3}" presName="hierChild3" presStyleCnt="0"/>
      <dgm:spPr/>
    </dgm:pt>
  </dgm:ptLst>
  <dgm:cxnLst>
    <dgm:cxn modelId="{6437C26D-BF7F-450A-B6F0-59911CA348F4}" type="presOf" srcId="{9C4A78BA-2A9B-40A9-810E-DCA42F02B285}" destId="{7A5567D4-7104-4019-81CD-089C7EB0882A}" srcOrd="1" destOrd="0" presId="urn:microsoft.com/office/officeart/2005/8/layout/orgChart1#5"/>
    <dgm:cxn modelId="{057D4AA5-B5B8-4FD2-AC15-BE9A6118A5E0}" srcId="{383870A5-39DF-4AD0-AA7C-4F95994C33C3}" destId="{9C4A78BA-2A9B-40A9-810E-DCA42F02B285}" srcOrd="1" destOrd="0" parTransId="{3E986E86-EA31-4C4A-9A62-CC774DEC00D2}" sibTransId="{835FDDCB-70BE-4CFD-919E-D92932E4DC44}"/>
    <dgm:cxn modelId="{8C278117-1773-4A44-A1C4-95DDCFCA1DAA}" type="presOf" srcId="{9D4F79AA-EEF1-4E63-A120-895219479BD4}" destId="{AA1CA397-FB2E-4B81-974A-9CB080F7C64F}" srcOrd="0" destOrd="0" presId="urn:microsoft.com/office/officeart/2005/8/layout/orgChart1#5"/>
    <dgm:cxn modelId="{8C197B44-70FD-4088-8279-D1FE4D3E6905}" type="presOf" srcId="{383870A5-39DF-4AD0-AA7C-4F95994C33C3}" destId="{3ED99EDD-3774-4E47-97CB-A97DD12F145C}" srcOrd="1" destOrd="0" presId="urn:microsoft.com/office/officeart/2005/8/layout/orgChart1#5"/>
    <dgm:cxn modelId="{1E995D27-DFE5-40CD-A6BD-170291CEBDC7}" type="presOf" srcId="{BAC9C6E0-21F9-45C1-A607-B4D82439C9B9}" destId="{38F960E5-4F87-4D6C-822F-92206D44D169}" srcOrd="0" destOrd="0" presId="urn:microsoft.com/office/officeart/2005/8/layout/orgChart1#5"/>
    <dgm:cxn modelId="{9ACEC95B-B300-4D8C-8452-5F4B23A28D78}" type="presOf" srcId="{4721D513-8088-4E1D-8072-897E67E9D124}" destId="{987522AA-43F2-4E54-B6FC-70BCA35FE304}" srcOrd="1" destOrd="0" presId="urn:microsoft.com/office/officeart/2005/8/layout/orgChart1#5"/>
    <dgm:cxn modelId="{82DE3E1E-2263-4876-93DE-EABDC8ED9C77}" srcId="{383870A5-39DF-4AD0-AA7C-4F95994C33C3}" destId="{4721D513-8088-4E1D-8072-897E67E9D124}" srcOrd="0" destOrd="0" parTransId="{9D4F79AA-EEF1-4E63-A120-895219479BD4}" sibTransId="{C958346B-C2AC-43ED-95FC-0D544C595A80}"/>
    <dgm:cxn modelId="{B1506C03-9E41-4D1F-91FE-C9596B73041D}" type="presOf" srcId="{9C4A78BA-2A9B-40A9-810E-DCA42F02B285}" destId="{BB3A6608-3F4C-41C9-A2FA-4BDAE3B4507E}" srcOrd="0" destOrd="0" presId="urn:microsoft.com/office/officeart/2005/8/layout/orgChart1#5"/>
    <dgm:cxn modelId="{C951673A-36A5-4C5C-BE90-331635DCF5EE}" type="presOf" srcId="{383870A5-39DF-4AD0-AA7C-4F95994C33C3}" destId="{89D9EB41-915A-46E1-84CB-614EC3DCB0C4}" srcOrd="0" destOrd="0" presId="urn:microsoft.com/office/officeart/2005/8/layout/orgChart1#5"/>
    <dgm:cxn modelId="{16B83385-8329-4070-811A-11E6D4E079D4}" type="presOf" srcId="{3E986E86-EA31-4C4A-9A62-CC774DEC00D2}" destId="{25162C09-FF14-4B0D-891C-760366713A0F}" srcOrd="0" destOrd="0" presId="urn:microsoft.com/office/officeart/2005/8/layout/orgChart1#5"/>
    <dgm:cxn modelId="{10384BD8-8C4C-4C7D-A4AF-63EC5A325065}" srcId="{BAC9C6E0-21F9-45C1-A607-B4D82439C9B9}" destId="{383870A5-39DF-4AD0-AA7C-4F95994C33C3}" srcOrd="0" destOrd="0" parTransId="{41658C2E-F927-429E-9291-ECE6CDBB8051}" sibTransId="{4F70440A-9E14-4691-9F19-2D533D4D72F5}"/>
    <dgm:cxn modelId="{C85A98F8-350C-4791-B40E-2E3DEF5BF700}" type="presOf" srcId="{4721D513-8088-4E1D-8072-897E67E9D124}" destId="{C293EE43-67F6-4A31-A132-A75FAF1C6A7D}" srcOrd="0" destOrd="0" presId="urn:microsoft.com/office/officeart/2005/8/layout/orgChart1#5"/>
    <dgm:cxn modelId="{924BF442-326F-4E1A-BB4A-EEE543EF2D26}" type="presParOf" srcId="{38F960E5-4F87-4D6C-822F-92206D44D169}" destId="{B7A523F0-E6DD-4B71-8D5E-2FDFFDD6D515}" srcOrd="0" destOrd="0" presId="urn:microsoft.com/office/officeart/2005/8/layout/orgChart1#5"/>
    <dgm:cxn modelId="{348B6F51-E912-4120-BBD6-0ADC9FBAF874}" type="presParOf" srcId="{B7A523F0-E6DD-4B71-8D5E-2FDFFDD6D515}" destId="{42DB3A1A-8CA9-4E38-8491-6D6F3C0FC87E}" srcOrd="0" destOrd="0" presId="urn:microsoft.com/office/officeart/2005/8/layout/orgChart1#5"/>
    <dgm:cxn modelId="{DA05C003-F8B5-4FA2-9BD0-0EC9EE414624}" type="presParOf" srcId="{42DB3A1A-8CA9-4E38-8491-6D6F3C0FC87E}" destId="{89D9EB41-915A-46E1-84CB-614EC3DCB0C4}" srcOrd="0" destOrd="0" presId="urn:microsoft.com/office/officeart/2005/8/layout/orgChart1#5"/>
    <dgm:cxn modelId="{30E0AA59-18A6-438D-A9BF-118AFF0EF0D6}" type="presParOf" srcId="{42DB3A1A-8CA9-4E38-8491-6D6F3C0FC87E}" destId="{3ED99EDD-3774-4E47-97CB-A97DD12F145C}" srcOrd="1" destOrd="0" presId="urn:microsoft.com/office/officeart/2005/8/layout/orgChart1#5"/>
    <dgm:cxn modelId="{5A92C835-8188-4CA9-B0D7-C5100C1A878E}" type="presParOf" srcId="{B7A523F0-E6DD-4B71-8D5E-2FDFFDD6D515}" destId="{B153A38D-CAB7-4126-92AC-D24EB0CC96C6}" srcOrd="1" destOrd="0" presId="urn:microsoft.com/office/officeart/2005/8/layout/orgChart1#5"/>
    <dgm:cxn modelId="{48DA62DD-9FC3-4FFE-B7D9-B512ED1F0016}" type="presParOf" srcId="{B153A38D-CAB7-4126-92AC-D24EB0CC96C6}" destId="{AA1CA397-FB2E-4B81-974A-9CB080F7C64F}" srcOrd="0" destOrd="0" presId="urn:microsoft.com/office/officeart/2005/8/layout/orgChart1#5"/>
    <dgm:cxn modelId="{97E6D8EA-ADC1-4538-9B67-725EA67EE828}" type="presParOf" srcId="{B153A38D-CAB7-4126-92AC-D24EB0CC96C6}" destId="{0289E1AC-C83E-4085-A903-D549F99AD65B}" srcOrd="1" destOrd="0" presId="urn:microsoft.com/office/officeart/2005/8/layout/orgChart1#5"/>
    <dgm:cxn modelId="{0CC19457-7A50-411B-8E4C-E735E88745AD}" type="presParOf" srcId="{0289E1AC-C83E-4085-A903-D549F99AD65B}" destId="{18A08A41-3265-4C67-BE39-6E54FD1FE94D}" srcOrd="0" destOrd="0" presId="urn:microsoft.com/office/officeart/2005/8/layout/orgChart1#5"/>
    <dgm:cxn modelId="{32FC4455-4775-4B6C-BB74-F346080319FA}" type="presParOf" srcId="{18A08A41-3265-4C67-BE39-6E54FD1FE94D}" destId="{C293EE43-67F6-4A31-A132-A75FAF1C6A7D}" srcOrd="0" destOrd="0" presId="urn:microsoft.com/office/officeart/2005/8/layout/orgChart1#5"/>
    <dgm:cxn modelId="{857A54D7-F185-47E5-9821-65829ADDC4CB}" type="presParOf" srcId="{18A08A41-3265-4C67-BE39-6E54FD1FE94D}" destId="{987522AA-43F2-4E54-B6FC-70BCA35FE304}" srcOrd="1" destOrd="0" presId="urn:microsoft.com/office/officeart/2005/8/layout/orgChart1#5"/>
    <dgm:cxn modelId="{E2263AD3-D81B-4B7B-BF6B-29BAD5A1DC57}" type="presParOf" srcId="{0289E1AC-C83E-4085-A903-D549F99AD65B}" destId="{C5A4892E-603B-48D4-819F-D0C905A61AB0}" srcOrd="1" destOrd="0" presId="urn:microsoft.com/office/officeart/2005/8/layout/orgChart1#5"/>
    <dgm:cxn modelId="{F0019D3A-0A27-4997-BBDF-2E3EB9B4E441}" type="presParOf" srcId="{0289E1AC-C83E-4085-A903-D549F99AD65B}" destId="{072252F8-15B2-42A3-A39B-D676AAD16F36}" srcOrd="2" destOrd="0" presId="urn:microsoft.com/office/officeart/2005/8/layout/orgChart1#5"/>
    <dgm:cxn modelId="{D45FD245-1809-410C-9ECF-79F80A4D79B2}" type="presParOf" srcId="{B153A38D-CAB7-4126-92AC-D24EB0CC96C6}" destId="{25162C09-FF14-4B0D-891C-760366713A0F}" srcOrd="2" destOrd="0" presId="urn:microsoft.com/office/officeart/2005/8/layout/orgChart1#5"/>
    <dgm:cxn modelId="{386B6981-9BA2-4882-A61D-4306465C72A7}" type="presParOf" srcId="{B153A38D-CAB7-4126-92AC-D24EB0CC96C6}" destId="{F2332578-49AF-4567-A1D3-271DFB128E8B}" srcOrd="3" destOrd="0" presId="urn:microsoft.com/office/officeart/2005/8/layout/orgChart1#5"/>
    <dgm:cxn modelId="{4399AAF7-F167-4C3D-B133-94C764DF5849}" type="presParOf" srcId="{F2332578-49AF-4567-A1D3-271DFB128E8B}" destId="{19157A95-CBF4-4250-889A-1B15949E6B41}" srcOrd="0" destOrd="0" presId="urn:microsoft.com/office/officeart/2005/8/layout/orgChart1#5"/>
    <dgm:cxn modelId="{234D851C-2F8D-41BC-B123-323D5BAD5D25}" type="presParOf" srcId="{19157A95-CBF4-4250-889A-1B15949E6B41}" destId="{BB3A6608-3F4C-41C9-A2FA-4BDAE3B4507E}" srcOrd="0" destOrd="0" presId="urn:microsoft.com/office/officeart/2005/8/layout/orgChart1#5"/>
    <dgm:cxn modelId="{1C9F740D-FF38-4D18-91E4-93FA82421683}" type="presParOf" srcId="{19157A95-CBF4-4250-889A-1B15949E6B41}" destId="{7A5567D4-7104-4019-81CD-089C7EB0882A}" srcOrd="1" destOrd="0" presId="urn:microsoft.com/office/officeart/2005/8/layout/orgChart1#5"/>
    <dgm:cxn modelId="{067A4BDE-14A9-4272-8CDA-760417611052}" type="presParOf" srcId="{F2332578-49AF-4567-A1D3-271DFB128E8B}" destId="{84B24673-EC15-4897-B4D8-2CC37DDB978F}" srcOrd="1" destOrd="0" presId="urn:microsoft.com/office/officeart/2005/8/layout/orgChart1#5"/>
    <dgm:cxn modelId="{87380E18-9F20-4B51-A502-B69A2C39EE72}" type="presParOf" srcId="{F2332578-49AF-4567-A1D3-271DFB128E8B}" destId="{00CEF865-E463-40A8-8559-7E13051CCDB6}" srcOrd="2" destOrd="0" presId="urn:microsoft.com/office/officeart/2005/8/layout/orgChart1#5"/>
    <dgm:cxn modelId="{5368DD4D-11B5-4337-9C8B-596A6F9E407E}" type="presParOf" srcId="{B7A523F0-E6DD-4B71-8D5E-2FDFFDD6D515}" destId="{3B6E5BA8-68E5-4469-8BF1-A05E1BDDC789}" srcOrd="2" destOrd="0" presId="urn:microsoft.com/office/officeart/2005/8/layout/orgChart1#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560840" cy="1434185"/>
        <a:chOff x="0" y="0"/>
        <a:chExt cx="7560840" cy="1434185"/>
      </a:xfrm>
    </dsp:grpSpPr>
    <dsp:sp modelId="{15939619-7F27-4C30-BEF4-FBDBAF221336}">
      <dsp:nvSpPr>
        <dsp:cNvPr id="5" name="任意多边形 4"/>
        <dsp:cNvSpPr/>
      </dsp:nvSpPr>
      <dsp:spPr bwMode="white">
        <a:xfrm>
          <a:off x="1260948" y="665388"/>
          <a:ext cx="2519472" cy="270890"/>
        </a:xfrm>
        <a:custGeom>
          <a:avLst/>
          <a:gdLst/>
          <a:ahLst/>
          <a:cxnLst/>
          <a:pathLst>
            <a:path w="3968" h="427">
              <a:moveTo>
                <a:pt x="3968" y="0"/>
              </a:moveTo>
              <a:lnTo>
                <a:pt x="3968" y="245"/>
              </a:lnTo>
              <a:lnTo>
                <a:pt x="0" y="245"/>
              </a:lnTo>
              <a:lnTo>
                <a:pt x="0" y="427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260948" y="665388"/>
        <a:ext cx="2519472" cy="270890"/>
      </dsp:txXfrm>
    </dsp:sp>
    <dsp:sp modelId="{65F34EE7-AAD6-4EA0-B647-01CF01FD29A4}">
      <dsp:nvSpPr>
        <dsp:cNvPr id="8" name="任意多边形 7"/>
        <dsp:cNvSpPr/>
      </dsp:nvSpPr>
      <dsp:spPr bwMode="white">
        <a:xfrm>
          <a:off x="3780420" y="665388"/>
          <a:ext cx="2287636" cy="274334"/>
        </a:xfrm>
        <a:custGeom>
          <a:avLst/>
          <a:gdLst/>
          <a:ahLst/>
          <a:cxnLst/>
          <a:pathLst>
            <a:path w="3603" h="432">
              <a:moveTo>
                <a:pt x="0" y="0"/>
              </a:moveTo>
              <a:lnTo>
                <a:pt x="0" y="251"/>
              </a:lnTo>
              <a:lnTo>
                <a:pt x="3603" y="251"/>
              </a:lnTo>
              <a:lnTo>
                <a:pt x="3603" y="432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780420" y="665388"/>
        <a:ext cx="2287636" cy="274334"/>
      </dsp:txXfrm>
    </dsp:sp>
    <dsp:sp modelId="{39997144-DA23-4314-902B-62E5DD4B21E4}">
      <dsp:nvSpPr>
        <dsp:cNvPr id="3" name="矩形 2"/>
        <dsp:cNvSpPr/>
      </dsp:nvSpPr>
      <dsp:spPr bwMode="white">
        <a:xfrm>
          <a:off x="0" y="116950"/>
          <a:ext cx="7560840" cy="548439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0955" tIns="20955" rIns="20955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 smtClean="0">
              <a:solidFill>
                <a:schemeClr val="bg1"/>
              </a:solidFill>
            </a:rPr>
            <a:t>工业化：两种环保思路</a:t>
          </a:r>
          <a:endParaRPr lang="zh-CN" b="1" dirty="0">
            <a:solidFill>
              <a:schemeClr val="bg1"/>
            </a:solidFill>
          </a:endParaRPr>
        </a:p>
      </dsp:txBody>
      <dsp:txXfrm>
        <a:off x="0" y="116950"/>
        <a:ext cx="7560840" cy="548439"/>
      </dsp:txXfrm>
    </dsp:sp>
    <dsp:sp modelId="{96095357-5CE5-4594-8FA2-984E9AA7C3EF}">
      <dsp:nvSpPr>
        <dsp:cNvPr id="6" name="矩形 5"/>
        <dsp:cNvSpPr/>
      </dsp:nvSpPr>
      <dsp:spPr bwMode="white">
        <a:xfrm>
          <a:off x="117618" y="936279"/>
          <a:ext cx="2286660" cy="34682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>
              <a:solidFill>
                <a:schemeClr val="bg1"/>
              </a:solidFill>
            </a:rPr>
            <a:t>资源保护主义</a:t>
          </a:r>
          <a:endParaRPr lang="zh-CN" altLang="en-US" sz="2000" b="1" dirty="0">
            <a:solidFill>
              <a:schemeClr val="bg1"/>
            </a:solidFill>
          </a:endParaRPr>
        </a:p>
      </dsp:txBody>
      <dsp:txXfrm>
        <a:off x="117618" y="936279"/>
        <a:ext cx="2286660" cy="346827"/>
      </dsp:txXfrm>
    </dsp:sp>
    <dsp:sp modelId="{7D787A80-82B5-4AC6-9EB8-EC085EBF7A87}">
      <dsp:nvSpPr>
        <dsp:cNvPr id="9" name="矩形 8"/>
        <dsp:cNvSpPr/>
      </dsp:nvSpPr>
      <dsp:spPr bwMode="white">
        <a:xfrm>
          <a:off x="4813514" y="939723"/>
          <a:ext cx="2509085" cy="421502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>
              <a:solidFill>
                <a:schemeClr val="bg1"/>
              </a:solidFill>
            </a:rPr>
            <a:t>自然保护主义</a:t>
          </a:r>
          <a:endParaRPr lang="zh-CN" altLang="en-US" sz="2000" b="1" dirty="0">
            <a:solidFill>
              <a:schemeClr val="bg1"/>
            </a:solidFill>
          </a:endParaRPr>
        </a:p>
      </dsp:txBody>
      <dsp:txXfrm>
        <a:off x="4813514" y="939723"/>
        <a:ext cx="2509085" cy="421502"/>
      </dsp:txXfrm>
    </dsp:sp>
    <dsp:sp modelId="{E14925F8-6B1E-43A5-9802-316F3FE13BBE}">
      <dsp:nvSpPr>
        <dsp:cNvPr id="4" name="矩形 3" hidden="1"/>
        <dsp:cNvSpPr/>
      </dsp:nvSpPr>
      <dsp:spPr>
        <a:xfrm>
          <a:off x="0" y="116950"/>
          <a:ext cx="1512168" cy="548439"/>
        </a:xfrm>
        <a:prstGeom prst="rect">
          <a:avLst/>
        </a:prstGeom>
      </dsp:spPr>
      <dsp:txXfrm>
        <a:off x="0" y="116950"/>
        <a:ext cx="1512168" cy="548439"/>
      </dsp:txXfrm>
    </dsp:sp>
    <dsp:sp modelId="{E51CBCF2-77FD-446A-96BA-231EDF411DA0}">
      <dsp:nvSpPr>
        <dsp:cNvPr id="7" name="矩形 6" hidden="1"/>
        <dsp:cNvSpPr/>
      </dsp:nvSpPr>
      <dsp:spPr>
        <a:xfrm>
          <a:off x="117618" y="936279"/>
          <a:ext cx="457332" cy="346827"/>
        </a:xfrm>
        <a:prstGeom prst="rect">
          <a:avLst/>
        </a:prstGeom>
      </dsp:spPr>
      <dsp:txXfrm>
        <a:off x="117618" y="936279"/>
        <a:ext cx="457332" cy="346827"/>
      </dsp:txXfrm>
    </dsp:sp>
    <dsp:sp modelId="{AFB890A9-17A8-48D7-8E16-56BE51DCA52C}">
      <dsp:nvSpPr>
        <dsp:cNvPr id="10" name="矩形 9" hidden="1"/>
        <dsp:cNvSpPr/>
      </dsp:nvSpPr>
      <dsp:spPr>
        <a:xfrm>
          <a:off x="4813514" y="939723"/>
          <a:ext cx="501817" cy="421502"/>
        </a:xfrm>
        <a:prstGeom prst="rect">
          <a:avLst/>
        </a:prstGeom>
      </dsp:spPr>
      <dsp:txXfrm>
        <a:off x="4813514" y="939723"/>
        <a:ext cx="501817" cy="421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31629" cy="3168352"/>
        <a:chOff x="0" y="0"/>
        <a:chExt cx="8131629" cy="3168352"/>
      </a:xfrm>
    </dsp:grpSpPr>
    <dsp:sp modelId="{B0D61105-5748-4C27-AC8C-F2B8831BEEF7}">
      <dsp:nvSpPr>
        <dsp:cNvPr id="5" name="任意多边形 4"/>
        <dsp:cNvSpPr/>
      </dsp:nvSpPr>
      <dsp:spPr bwMode="white">
        <a:xfrm>
          <a:off x="1188835" y="1334521"/>
          <a:ext cx="2876980" cy="499311"/>
        </a:xfrm>
        <a:custGeom>
          <a:avLst/>
          <a:gdLst/>
          <a:ahLst/>
          <a:cxnLst/>
          <a:pathLst>
            <a:path w="4531" h="786">
              <a:moveTo>
                <a:pt x="4531" y="0"/>
              </a:moveTo>
              <a:lnTo>
                <a:pt x="4531" y="393"/>
              </a:lnTo>
              <a:lnTo>
                <a:pt x="0" y="393"/>
              </a:lnTo>
              <a:lnTo>
                <a:pt x="0" y="7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188835" y="1334521"/>
        <a:ext cx="2876980" cy="499311"/>
      </dsp:txXfrm>
    </dsp:sp>
    <dsp:sp modelId="{8A03D554-8A39-4306-8FAC-DAA5D84BF4F1}">
      <dsp:nvSpPr>
        <dsp:cNvPr id="8" name="任意多边形 7"/>
        <dsp:cNvSpPr/>
      </dsp:nvSpPr>
      <dsp:spPr bwMode="white">
        <a:xfrm>
          <a:off x="4065815" y="1334521"/>
          <a:ext cx="0" cy="499311"/>
        </a:xfrm>
        <a:custGeom>
          <a:avLst/>
          <a:gdLst/>
          <a:ahLst/>
          <a:cxnLst/>
          <a:pathLst>
            <a:path h="786">
              <a:moveTo>
                <a:pt x="0" y="0"/>
              </a:moveTo>
              <a:lnTo>
                <a:pt x="0" y="393"/>
              </a:lnTo>
              <a:lnTo>
                <a:pt x="0" y="393"/>
              </a:lnTo>
              <a:lnTo>
                <a:pt x="0" y="7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5815" y="1334521"/>
        <a:ext cx="0" cy="499311"/>
      </dsp:txXfrm>
    </dsp:sp>
    <dsp:sp modelId="{D7A20B01-2801-4E44-9A99-040EB3EAB0CC}">
      <dsp:nvSpPr>
        <dsp:cNvPr id="11" name="任意多边形 10"/>
        <dsp:cNvSpPr/>
      </dsp:nvSpPr>
      <dsp:spPr bwMode="white">
        <a:xfrm>
          <a:off x="4065815" y="1334521"/>
          <a:ext cx="2876980" cy="499311"/>
        </a:xfrm>
        <a:custGeom>
          <a:avLst/>
          <a:gdLst/>
          <a:ahLst/>
          <a:cxnLst/>
          <a:pathLst>
            <a:path w="4531" h="786">
              <a:moveTo>
                <a:pt x="0" y="0"/>
              </a:moveTo>
              <a:lnTo>
                <a:pt x="0" y="393"/>
              </a:lnTo>
              <a:lnTo>
                <a:pt x="4531" y="393"/>
              </a:lnTo>
              <a:lnTo>
                <a:pt x="4531" y="78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5815" y="1334521"/>
        <a:ext cx="2876980" cy="499311"/>
      </dsp:txXfrm>
    </dsp:sp>
    <dsp:sp modelId="{640B6A17-45D7-4911-8F38-9B8A210B4409}">
      <dsp:nvSpPr>
        <dsp:cNvPr id="3" name="矩形 2"/>
        <dsp:cNvSpPr/>
      </dsp:nvSpPr>
      <dsp:spPr bwMode="white">
        <a:xfrm>
          <a:off x="2188133" y="145686"/>
          <a:ext cx="3755362" cy="1188835"/>
        </a:xfrm>
        <a:prstGeom prst="rect">
          <a:avLst/>
        </a:prstGeom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>
              <a:solidFill>
                <a:schemeClr val="bg1"/>
              </a:solidFill>
            </a:rPr>
            <a:t>非人类中心主义</a:t>
          </a:r>
          <a:endParaRPr lang="zh-CN" altLang="en-US" sz="2800" b="1" dirty="0">
            <a:solidFill>
              <a:schemeClr val="bg1"/>
            </a:solidFill>
          </a:endParaRPr>
        </a:p>
      </dsp:txBody>
      <dsp:txXfrm>
        <a:off x="2188133" y="145686"/>
        <a:ext cx="3755362" cy="1188835"/>
      </dsp:txXfrm>
    </dsp:sp>
    <dsp:sp modelId="{2F089FA7-42BD-4C6C-B942-0A4400A41DF8}">
      <dsp:nvSpPr>
        <dsp:cNvPr id="6" name="矩形 5"/>
        <dsp:cNvSpPr/>
      </dsp:nvSpPr>
      <dsp:spPr bwMode="white">
        <a:xfrm>
          <a:off x="0" y="1833831"/>
          <a:ext cx="2377669" cy="1188835"/>
        </a:xfrm>
        <a:prstGeom prst="rect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>
              <a:solidFill>
                <a:schemeClr val="bg1"/>
              </a:solidFill>
            </a:rPr>
            <a:t>动物福利主义</a:t>
          </a:r>
          <a:endParaRPr lang="zh-CN" altLang="en-US" sz="2800" b="1" dirty="0">
            <a:solidFill>
              <a:schemeClr val="bg1"/>
            </a:solidFill>
          </a:endParaRPr>
        </a:p>
      </dsp:txBody>
      <dsp:txXfrm>
        <a:off x="0" y="1833831"/>
        <a:ext cx="2377669" cy="1188835"/>
      </dsp:txXfrm>
    </dsp:sp>
    <dsp:sp modelId="{4EC96329-6C67-4B8A-8ADF-35BF1C72966B}">
      <dsp:nvSpPr>
        <dsp:cNvPr id="9" name="矩形 8"/>
        <dsp:cNvSpPr/>
      </dsp:nvSpPr>
      <dsp:spPr bwMode="white">
        <a:xfrm>
          <a:off x="2876980" y="1833831"/>
          <a:ext cx="2377669" cy="1188835"/>
        </a:xfrm>
        <a:prstGeom prst="rect">
          <a:avLst/>
        </a:prstGeom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>
              <a:solidFill>
                <a:schemeClr val="bg1"/>
              </a:solidFill>
            </a:rPr>
            <a:t>生物中心主义</a:t>
          </a:r>
          <a:endParaRPr lang="zh-CN" altLang="en-US" sz="2800" b="1" dirty="0">
            <a:solidFill>
              <a:schemeClr val="bg1"/>
            </a:solidFill>
          </a:endParaRPr>
        </a:p>
      </dsp:txBody>
      <dsp:txXfrm>
        <a:off x="2876980" y="1833831"/>
        <a:ext cx="2377669" cy="1188835"/>
      </dsp:txXfrm>
    </dsp:sp>
    <dsp:sp modelId="{B63A9635-AB7D-46E7-B22C-CF735631E6DA}">
      <dsp:nvSpPr>
        <dsp:cNvPr id="12" name="矩形 11"/>
        <dsp:cNvSpPr/>
      </dsp:nvSpPr>
      <dsp:spPr bwMode="white">
        <a:xfrm>
          <a:off x="5753960" y="1833831"/>
          <a:ext cx="2377669" cy="1188835"/>
        </a:xfrm>
        <a:prstGeom prst="rect">
          <a:avLst/>
        </a:prstGeom>
        <a:solidFill>
          <a:schemeClr val="accent1">
            <a:lumMod val="50000"/>
          </a:schemeClr>
        </a:solidFill>
        <a:scene3d>
          <a:camera prst="orthographicFront"/>
          <a:lightRig rig="threePt" dir="t"/>
        </a:scene3d>
        <a:sp3d>
          <a:bevelT w="114300" prst="artDeco"/>
        </a:sp3d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>
              <a:solidFill>
                <a:schemeClr val="bg1"/>
              </a:solidFill>
            </a:rPr>
            <a:t>生态整体主义</a:t>
          </a:r>
          <a:endParaRPr lang="zh-CN" altLang="en-US" sz="2800" b="1" dirty="0">
            <a:solidFill>
              <a:schemeClr val="bg1"/>
            </a:solidFill>
          </a:endParaRPr>
        </a:p>
      </dsp:txBody>
      <dsp:txXfrm>
        <a:off x="5753960" y="1833831"/>
        <a:ext cx="2377669" cy="1188835"/>
      </dsp:txXfrm>
    </dsp:sp>
    <dsp:sp modelId="{43301283-73D8-403F-B8AC-47D893188D07}">
      <dsp:nvSpPr>
        <dsp:cNvPr id="4" name="矩形 3" hidden="1"/>
        <dsp:cNvSpPr/>
      </dsp:nvSpPr>
      <dsp:spPr>
        <a:xfrm>
          <a:off x="2188133" y="145686"/>
          <a:ext cx="751072" cy="1188835"/>
        </a:xfrm>
        <a:prstGeom prst="rect">
          <a:avLst/>
        </a:prstGeom>
      </dsp:spPr>
      <dsp:txXfrm>
        <a:off x="2188133" y="145686"/>
        <a:ext cx="751072" cy="1188835"/>
      </dsp:txXfrm>
    </dsp:sp>
    <dsp:sp modelId="{D89C6421-B901-44BD-9506-F2F3665CBA50}">
      <dsp:nvSpPr>
        <dsp:cNvPr id="7" name="矩形 6" hidden="1"/>
        <dsp:cNvSpPr/>
      </dsp:nvSpPr>
      <dsp:spPr>
        <a:xfrm>
          <a:off x="0" y="1833831"/>
          <a:ext cx="475534" cy="1188835"/>
        </a:xfrm>
        <a:prstGeom prst="rect">
          <a:avLst/>
        </a:prstGeom>
      </dsp:spPr>
      <dsp:txXfrm>
        <a:off x="0" y="1833831"/>
        <a:ext cx="475534" cy="1188835"/>
      </dsp:txXfrm>
    </dsp:sp>
    <dsp:sp modelId="{3923AA1E-695A-4C37-86E1-8359F05B98A0}">
      <dsp:nvSpPr>
        <dsp:cNvPr id="10" name="矩形 9" hidden="1"/>
        <dsp:cNvSpPr/>
      </dsp:nvSpPr>
      <dsp:spPr>
        <a:xfrm>
          <a:off x="2876980" y="1833831"/>
          <a:ext cx="475534" cy="1188835"/>
        </a:xfrm>
        <a:prstGeom prst="rect">
          <a:avLst/>
        </a:prstGeom>
      </dsp:spPr>
      <dsp:txXfrm>
        <a:off x="2876980" y="1833831"/>
        <a:ext cx="475534" cy="1188835"/>
      </dsp:txXfrm>
    </dsp:sp>
    <dsp:sp modelId="{A22F42CA-7BD6-42DD-920A-7B2493ECC0A9}">
      <dsp:nvSpPr>
        <dsp:cNvPr id="13" name="矩形 12" hidden="1"/>
        <dsp:cNvSpPr/>
      </dsp:nvSpPr>
      <dsp:spPr>
        <a:xfrm>
          <a:off x="5753960" y="1833831"/>
          <a:ext cx="475534" cy="1188835"/>
        </a:xfrm>
        <a:prstGeom prst="rect">
          <a:avLst/>
        </a:prstGeom>
      </dsp:spPr>
      <dsp:txXfrm>
        <a:off x="5753960" y="1833831"/>
        <a:ext cx="475534" cy="1188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992888" cy="1268760"/>
        <a:chOff x="0" y="0"/>
        <a:chExt cx="7992888" cy="1268760"/>
      </a:xfrm>
    </dsp:grpSpPr>
    <dsp:sp modelId="{A3E16EDF-87A4-4BFF-8E7C-2324985FFFC3}">
      <dsp:nvSpPr>
        <dsp:cNvPr id="3" name="燕尾形箭头 2"/>
        <dsp:cNvSpPr/>
      </dsp:nvSpPr>
      <dsp:spPr bwMode="white">
        <a:xfrm>
          <a:off x="0" y="504058"/>
          <a:ext cx="7992888" cy="507504"/>
        </a:xfrm>
        <a:prstGeom prst="notchedRightArrow">
          <a:avLst/>
        </a:prstGeom>
      </dsp:spPr>
      <dsp:style>
        <a:lnRef idx="0">
          <a:schemeClr val="accent2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0" y="504058"/>
        <a:ext cx="7992888" cy="507504"/>
      </dsp:txXfrm>
    </dsp:sp>
    <dsp:sp modelId="{13EF1CBA-2402-47E9-89B5-6D8ACED9ADB8}">
      <dsp:nvSpPr>
        <dsp:cNvPr id="4" name="矩形 3"/>
        <dsp:cNvSpPr/>
      </dsp:nvSpPr>
      <dsp:spPr bwMode="white">
        <a:xfrm>
          <a:off x="141388" y="38371"/>
          <a:ext cx="7193599" cy="50750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20904" tIns="120904" rIns="120904" bIns="120904" anchor="b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>
              <a:solidFill>
                <a:schemeClr val="tx1"/>
              </a:solidFill>
            </a:rPr>
            <a:t>道德境界的递进关系（道德关怀的范围扩展）</a:t>
          </a:r>
          <a:endParaRPr lang="zh-CN" dirty="0">
            <a:solidFill>
              <a:schemeClr val="tx1"/>
            </a:solidFill>
          </a:endParaRPr>
        </a:p>
      </dsp:txBody>
      <dsp:txXfrm>
        <a:off x="141388" y="38371"/>
        <a:ext cx="7193599" cy="507504"/>
      </dsp:txXfrm>
    </dsp:sp>
    <dsp:sp modelId="{193BD97C-C1CD-48A4-AD0E-9D91D33F04B7}">
      <dsp:nvSpPr>
        <dsp:cNvPr id="5" name="椭圆 4"/>
        <dsp:cNvSpPr/>
      </dsp:nvSpPr>
      <dsp:spPr bwMode="white">
        <a:xfrm flipH="1">
          <a:off x="3533362" y="570942"/>
          <a:ext cx="126876" cy="126876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 flipH="1">
        <a:off x="3533362" y="570942"/>
        <a:ext cx="126876" cy="1268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600400" cy="1152128"/>
        <a:chOff x="0" y="0"/>
        <a:chExt cx="3600400" cy="1152128"/>
      </a:xfrm>
    </dsp:grpSpPr>
    <dsp:sp modelId="{88E94465-EA98-4B91-9B18-B1DA8284FC63}">
      <dsp:nvSpPr>
        <dsp:cNvPr id="3" name="圆角矩形 2"/>
        <dsp:cNvSpPr/>
      </dsp:nvSpPr>
      <dsp:spPr bwMode="white">
        <a:xfrm>
          <a:off x="0" y="10208"/>
          <a:ext cx="3600400" cy="1141920"/>
        </a:xfrm>
        <a:prstGeom prst="roundRect">
          <a:avLst/>
        </a:prstGeom>
        <a:solidFill>
          <a:schemeClr val="bg1">
            <a:lumMod val="75000"/>
            <a:lumOff val="25000"/>
          </a:schemeClr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 algn="ctr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/>
            <a:t>人类中心主义</a:t>
          </a:r>
          <a:endParaRPr lang="zh-CN" altLang="en-US" sz="2800" dirty="0"/>
        </a:p>
      </dsp:txBody>
      <dsp:txXfrm>
        <a:off x="0" y="10208"/>
        <a:ext cx="3600400" cy="11419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72400" cy="4572000"/>
        <a:chOff x="0" y="0"/>
        <a:chExt cx="7772400" cy="4572000"/>
      </a:xfrm>
    </dsp:grpSpPr>
    <dsp:sp modelId="{7BDDA44E-023A-4B59-B742-19B875748E0F}">
      <dsp:nvSpPr>
        <dsp:cNvPr id="5" name="任意多边形 4"/>
        <dsp:cNvSpPr/>
      </dsp:nvSpPr>
      <dsp:spPr bwMode="white">
        <a:xfrm>
          <a:off x="1758462" y="1890698"/>
          <a:ext cx="2144585" cy="764579"/>
        </a:xfrm>
        <a:custGeom>
          <a:avLst/>
          <a:gdLst/>
          <a:ahLst/>
          <a:cxnLst/>
          <a:pathLst>
            <a:path w="3377" h="1204">
              <a:moveTo>
                <a:pt x="3377" y="0"/>
              </a:moveTo>
              <a:lnTo>
                <a:pt x="3377" y="623"/>
              </a:lnTo>
              <a:lnTo>
                <a:pt x="0" y="623"/>
              </a:lnTo>
              <a:lnTo>
                <a:pt x="0" y="1204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758462" y="1890698"/>
        <a:ext cx="2144585" cy="764579"/>
      </dsp:txXfrm>
    </dsp:sp>
    <dsp:sp modelId="{B6F6865E-F771-447D-BAEB-55B2C088B661}">
      <dsp:nvSpPr>
        <dsp:cNvPr id="8" name="任意多边形 7"/>
        <dsp:cNvSpPr/>
      </dsp:nvSpPr>
      <dsp:spPr bwMode="white">
        <a:xfrm>
          <a:off x="3903046" y="1890698"/>
          <a:ext cx="2110892" cy="764579"/>
        </a:xfrm>
        <a:custGeom>
          <a:avLst/>
          <a:gdLst/>
          <a:ahLst/>
          <a:cxnLst/>
          <a:pathLst>
            <a:path w="3324" h="1204">
              <a:moveTo>
                <a:pt x="0" y="0"/>
              </a:moveTo>
              <a:lnTo>
                <a:pt x="0" y="623"/>
              </a:lnTo>
              <a:lnTo>
                <a:pt x="3324" y="623"/>
              </a:lnTo>
              <a:lnTo>
                <a:pt x="3324" y="1204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903046" y="1890698"/>
        <a:ext cx="2110892" cy="764579"/>
      </dsp:txXfrm>
    </dsp:sp>
    <dsp:sp modelId="{34C6C1E9-97AC-48FF-AF75-9A6205D030F0}">
      <dsp:nvSpPr>
        <dsp:cNvPr id="3" name="矩形 2"/>
        <dsp:cNvSpPr/>
      </dsp:nvSpPr>
      <dsp:spPr bwMode="white">
        <a:xfrm>
          <a:off x="2144585" y="132236"/>
          <a:ext cx="3516923" cy="1758462"/>
        </a:xfrm>
        <a:prstGeom prst="rect">
          <a:avLst/>
        </a:prstGeom>
        <a:scene3d>
          <a:camera prst="orthographicFront"/>
          <a:lightRig rig="threePt" dir="t"/>
        </a:scene3d>
        <a:sp3d>
          <a:bevelT w="114300" prst="artDeco"/>
        </a:sp3d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lIns="22860" tIns="22860" rIns="22860" bIns="228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b="1" dirty="0" smtClean="0">
              <a:latin typeface="华文新魏" panose="02010800040101010101" charset="-122"/>
              <a:ea typeface="华文新魏" panose="02010800040101010101" charset="-122"/>
            </a:rPr>
            <a:t>核心问题</a:t>
          </a:r>
          <a:endParaRPr lang="zh-CN" altLang="en-US" sz="3600" b="1" dirty="0">
            <a:latin typeface="华文新魏" panose="02010800040101010101" charset="-122"/>
            <a:ea typeface="华文新魏" panose="02010800040101010101" charset="-122"/>
          </a:endParaRPr>
        </a:p>
      </dsp:txBody>
      <dsp:txXfrm>
        <a:off x="2144585" y="132236"/>
        <a:ext cx="3516923" cy="1758462"/>
      </dsp:txXfrm>
    </dsp:sp>
    <dsp:sp modelId="{6FCB40A7-7846-466C-B452-313768032CE3}">
      <dsp:nvSpPr>
        <dsp:cNvPr id="6" name="矩形 5"/>
        <dsp:cNvSpPr/>
      </dsp:nvSpPr>
      <dsp:spPr bwMode="white">
        <a:xfrm>
          <a:off x="0" y="2655277"/>
          <a:ext cx="3516923" cy="1758462"/>
        </a:xfrm>
        <a:prstGeom prst="rect">
          <a:avLst/>
        </a:prstGeom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dirty="0" smtClean="0"/>
            <a:t>是否承认自然界及其事物拥有内在价值？</a:t>
          </a:r>
          <a:endParaRPr lang="zh-CN" altLang="en-US" sz="3200" dirty="0"/>
        </a:p>
      </dsp:txBody>
      <dsp:txXfrm>
        <a:off x="0" y="2655277"/>
        <a:ext cx="3516923" cy="1758462"/>
      </dsp:txXfrm>
    </dsp:sp>
    <dsp:sp modelId="{49B827A6-FB4F-4A83-8537-4322BA63C5E2}">
      <dsp:nvSpPr>
        <dsp:cNvPr id="9" name="矩形 8"/>
        <dsp:cNvSpPr/>
      </dsp:nvSpPr>
      <dsp:spPr bwMode="white">
        <a:xfrm>
          <a:off x="4255477" y="2655277"/>
          <a:ext cx="3516923" cy="1758462"/>
        </a:xfrm>
        <a:prstGeom prst="rect">
          <a:avLst/>
        </a:prstGeom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lIns="20320" tIns="20320" rIns="20320" bIns="203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dirty="0" smtClean="0"/>
            <a:t>是否承认自然界拥有与内在价值相关的权利？</a:t>
          </a:r>
          <a:endParaRPr lang="zh-CN" altLang="en-US" sz="3200" dirty="0"/>
        </a:p>
      </dsp:txBody>
      <dsp:txXfrm>
        <a:off x="4255477" y="2655277"/>
        <a:ext cx="3516923" cy="1758462"/>
      </dsp:txXfrm>
    </dsp:sp>
    <dsp:sp modelId="{8F2D4785-D1D7-4BAB-9A93-4B4E32051077}">
      <dsp:nvSpPr>
        <dsp:cNvPr id="4" name="矩形 3" hidden="1"/>
        <dsp:cNvSpPr/>
      </dsp:nvSpPr>
      <dsp:spPr>
        <a:xfrm>
          <a:off x="2144585" y="132236"/>
          <a:ext cx="703385" cy="1758462"/>
        </a:xfrm>
        <a:prstGeom prst="rect">
          <a:avLst/>
        </a:prstGeom>
      </dsp:spPr>
      <dsp:txXfrm>
        <a:off x="2144585" y="132236"/>
        <a:ext cx="703385" cy="1758462"/>
      </dsp:txXfrm>
    </dsp:sp>
    <dsp:sp modelId="{8D9A8436-514D-4EDC-83C4-9EEA7C2ED1DC}">
      <dsp:nvSpPr>
        <dsp:cNvPr id="7" name="矩形 6" hidden="1"/>
        <dsp:cNvSpPr/>
      </dsp:nvSpPr>
      <dsp:spPr>
        <a:xfrm>
          <a:off x="0" y="2655277"/>
          <a:ext cx="703385" cy="1758462"/>
        </a:xfrm>
        <a:prstGeom prst="rect">
          <a:avLst/>
        </a:prstGeom>
      </dsp:spPr>
      <dsp:txXfrm>
        <a:off x="0" y="2655277"/>
        <a:ext cx="703385" cy="1758462"/>
      </dsp:txXfrm>
    </dsp:sp>
    <dsp:sp modelId="{5CFF77AB-A062-42BB-93C3-A4B2E2B608A4}">
      <dsp:nvSpPr>
        <dsp:cNvPr id="10" name="矩形 9" hidden="1"/>
        <dsp:cNvSpPr/>
      </dsp:nvSpPr>
      <dsp:spPr>
        <a:xfrm>
          <a:off x="4255477" y="2655277"/>
          <a:ext cx="703385" cy="1758462"/>
        </a:xfrm>
        <a:prstGeom prst="rect">
          <a:avLst/>
        </a:prstGeom>
      </dsp:spPr>
      <dsp:txXfrm>
        <a:off x="4255477" y="2655277"/>
        <a:ext cx="703385" cy="17584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72400" cy="3301624"/>
        <a:chOff x="0" y="0"/>
        <a:chExt cx="7772400" cy="3301624"/>
      </a:xfrm>
    </dsp:grpSpPr>
    <dsp:sp modelId="{64A07DE7-494C-48AF-9124-080D624CF687}">
      <dsp:nvSpPr>
        <dsp:cNvPr id="5" name="任意多边形 4"/>
        <dsp:cNvSpPr/>
      </dsp:nvSpPr>
      <dsp:spPr bwMode="white">
        <a:xfrm>
          <a:off x="839352" y="1198057"/>
          <a:ext cx="3051313" cy="890628"/>
        </a:xfrm>
        <a:custGeom>
          <a:avLst/>
          <a:gdLst/>
          <a:ahLst/>
          <a:cxnLst/>
          <a:pathLst>
            <a:path w="4805" h="1403">
              <a:moveTo>
                <a:pt x="4805" y="0"/>
              </a:moveTo>
              <a:lnTo>
                <a:pt x="4805" y="1125"/>
              </a:lnTo>
              <a:lnTo>
                <a:pt x="0" y="1125"/>
              </a:lnTo>
              <a:lnTo>
                <a:pt x="0" y="1403"/>
              </a:lnTo>
            </a:path>
          </a:pathLst>
        </a:custGeom>
        <a:sp3d z="-110000"/>
      </dsp:spPr>
      <dsp:style>
        <a:lnRef idx="2">
          <a:schemeClr val="accent6"/>
        </a:lnRef>
        <a:fillRef idx="0">
          <a:schemeClr val="accent6">
            <a:tint val="90000"/>
          </a:schemeClr>
        </a:fillRef>
        <a:effectRef idx="0">
          <a:scrgbClr r="0" g="0" b="0"/>
        </a:effectRef>
        <a:fontRef idx="minor"/>
      </dsp:style>
      <dsp:txXfrm>
        <a:off x="839352" y="1198057"/>
        <a:ext cx="3051313" cy="890628"/>
      </dsp:txXfrm>
    </dsp:sp>
    <dsp:sp modelId="{6FD2DB8B-5938-43BA-9BE5-D3CDD699E43D}">
      <dsp:nvSpPr>
        <dsp:cNvPr id="8" name="任意多边形 7"/>
        <dsp:cNvSpPr/>
      </dsp:nvSpPr>
      <dsp:spPr bwMode="white">
        <a:xfrm>
          <a:off x="2853646" y="1198057"/>
          <a:ext cx="1037019" cy="890628"/>
        </a:xfrm>
        <a:custGeom>
          <a:avLst/>
          <a:gdLst/>
          <a:ahLst/>
          <a:cxnLst/>
          <a:pathLst>
            <a:path w="1633" h="1403">
              <a:moveTo>
                <a:pt x="1633" y="0"/>
              </a:moveTo>
              <a:lnTo>
                <a:pt x="1633" y="1125"/>
              </a:lnTo>
              <a:lnTo>
                <a:pt x="0" y="1125"/>
              </a:lnTo>
              <a:lnTo>
                <a:pt x="0" y="1403"/>
              </a:lnTo>
            </a:path>
          </a:pathLst>
        </a:custGeom>
        <a:sp3d z="-110000"/>
      </dsp:spPr>
      <dsp:style>
        <a:lnRef idx="2">
          <a:schemeClr val="accent6"/>
        </a:lnRef>
        <a:fillRef idx="0">
          <a:schemeClr val="accent6">
            <a:tint val="90000"/>
          </a:schemeClr>
        </a:fillRef>
        <a:effectRef idx="0">
          <a:scrgbClr r="0" g="0" b="0"/>
        </a:effectRef>
        <a:fontRef idx="minor"/>
      </dsp:style>
      <dsp:txXfrm>
        <a:off x="2853646" y="1198057"/>
        <a:ext cx="1037019" cy="890628"/>
      </dsp:txXfrm>
    </dsp:sp>
    <dsp:sp modelId="{018CE3EE-DD5D-4A4A-AD80-DBB5B7D6ED18}">
      <dsp:nvSpPr>
        <dsp:cNvPr id="11" name="任意多边形 10"/>
        <dsp:cNvSpPr/>
      </dsp:nvSpPr>
      <dsp:spPr bwMode="white">
        <a:xfrm>
          <a:off x="3890665" y="1198057"/>
          <a:ext cx="1053370" cy="890628"/>
        </a:xfrm>
        <a:custGeom>
          <a:avLst/>
          <a:gdLst/>
          <a:ahLst/>
          <a:cxnLst/>
          <a:pathLst>
            <a:path w="1659" h="1403">
              <a:moveTo>
                <a:pt x="0" y="0"/>
              </a:moveTo>
              <a:lnTo>
                <a:pt x="0" y="1125"/>
              </a:lnTo>
              <a:lnTo>
                <a:pt x="1659" y="1125"/>
              </a:lnTo>
              <a:lnTo>
                <a:pt x="1659" y="1403"/>
              </a:lnTo>
            </a:path>
          </a:pathLst>
        </a:custGeom>
        <a:sp3d z="-110000"/>
      </dsp:spPr>
      <dsp:style>
        <a:lnRef idx="2">
          <a:schemeClr val="accent6"/>
        </a:lnRef>
        <a:fillRef idx="0">
          <a:schemeClr val="accent6">
            <a:tint val="90000"/>
          </a:schemeClr>
        </a:fillRef>
        <a:effectRef idx="0">
          <a:scrgbClr r="0" g="0" b="0"/>
        </a:effectRef>
        <a:fontRef idx="minor"/>
      </dsp:style>
      <dsp:txXfrm>
        <a:off x="3890665" y="1198057"/>
        <a:ext cx="1053370" cy="890628"/>
      </dsp:txXfrm>
    </dsp:sp>
    <dsp:sp modelId="{D045C218-B3AA-4232-AC9B-05310028A40A}">
      <dsp:nvSpPr>
        <dsp:cNvPr id="14" name="任意多边形 13"/>
        <dsp:cNvSpPr/>
      </dsp:nvSpPr>
      <dsp:spPr bwMode="white">
        <a:xfrm>
          <a:off x="3890665" y="1198057"/>
          <a:ext cx="3042383" cy="890628"/>
        </a:xfrm>
        <a:custGeom>
          <a:avLst/>
          <a:gdLst/>
          <a:ahLst/>
          <a:cxnLst/>
          <a:pathLst>
            <a:path w="4791" h="1403">
              <a:moveTo>
                <a:pt x="0" y="0"/>
              </a:moveTo>
              <a:lnTo>
                <a:pt x="0" y="1125"/>
              </a:lnTo>
              <a:lnTo>
                <a:pt x="4791" y="1125"/>
              </a:lnTo>
              <a:lnTo>
                <a:pt x="4791" y="1403"/>
              </a:lnTo>
            </a:path>
          </a:pathLst>
        </a:custGeom>
        <a:sp3d z="-110000"/>
      </dsp:spPr>
      <dsp:style>
        <a:lnRef idx="2">
          <a:schemeClr val="accent6"/>
        </a:lnRef>
        <a:fillRef idx="0">
          <a:schemeClr val="accent6">
            <a:tint val="90000"/>
          </a:schemeClr>
        </a:fillRef>
        <a:effectRef idx="0">
          <a:scrgbClr r="0" g="0" b="0"/>
        </a:effectRef>
        <a:fontRef idx="minor"/>
      </dsp:style>
      <dsp:txXfrm>
        <a:off x="3890665" y="1198057"/>
        <a:ext cx="3042383" cy="890628"/>
      </dsp:txXfrm>
    </dsp:sp>
    <dsp:sp modelId="{644F7771-CF89-4742-BA06-8CB55D14761F}">
      <dsp:nvSpPr>
        <dsp:cNvPr id="3" name="矩形 2"/>
        <dsp:cNvSpPr/>
      </dsp:nvSpPr>
      <dsp:spPr bwMode="white">
        <a:xfrm>
          <a:off x="2374695" y="358705"/>
          <a:ext cx="3031941" cy="839352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4"/>
        </a:fillRef>
        <a:effectRef idx="1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/>
            <a:t>环境伦理原则</a:t>
          </a:r>
          <a:endParaRPr lang="zh-CN" altLang="en-US" sz="2800" dirty="0"/>
        </a:p>
      </dsp:txBody>
      <dsp:txXfrm>
        <a:off x="2374695" y="358705"/>
        <a:ext cx="3031941" cy="839352"/>
      </dsp:txXfrm>
    </dsp:sp>
    <dsp:sp modelId="{1A5D07AD-D8F2-42CC-AC43-B98D81154EFB}">
      <dsp:nvSpPr>
        <dsp:cNvPr id="6" name="矩形 5"/>
        <dsp:cNvSpPr/>
      </dsp:nvSpPr>
      <dsp:spPr bwMode="white">
        <a:xfrm>
          <a:off x="0" y="2088685"/>
          <a:ext cx="1678704" cy="839352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/>
            <a:t>尊重原则</a:t>
          </a:r>
          <a:endParaRPr lang="zh-CN" altLang="en-US" sz="2400" dirty="0"/>
        </a:p>
      </dsp:txBody>
      <dsp:txXfrm>
        <a:off x="0" y="2088685"/>
        <a:ext cx="1678704" cy="839352"/>
      </dsp:txXfrm>
    </dsp:sp>
    <dsp:sp modelId="{CFF05816-0850-4ECA-8530-24AB9903F833}">
      <dsp:nvSpPr>
        <dsp:cNvPr id="9" name="矩形 8"/>
        <dsp:cNvSpPr/>
      </dsp:nvSpPr>
      <dsp:spPr bwMode="white">
        <a:xfrm>
          <a:off x="2014294" y="2088685"/>
          <a:ext cx="1678704" cy="839352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/>
            <a:t>整体性原则</a:t>
          </a:r>
          <a:endParaRPr lang="zh-CN" altLang="en-US" sz="2400" dirty="0"/>
        </a:p>
      </dsp:txBody>
      <dsp:txXfrm>
        <a:off x="2014294" y="2088685"/>
        <a:ext cx="1678704" cy="839352"/>
      </dsp:txXfrm>
    </dsp:sp>
    <dsp:sp modelId="{25E1EEFE-2270-4B7C-9574-9C8C5EA5453C}">
      <dsp:nvSpPr>
        <dsp:cNvPr id="12" name="矩形 11"/>
        <dsp:cNvSpPr/>
      </dsp:nvSpPr>
      <dsp:spPr bwMode="white">
        <a:xfrm>
          <a:off x="4104683" y="2088685"/>
          <a:ext cx="1678704" cy="839352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/>
            <a:t>不损害原则</a:t>
          </a:r>
          <a:endParaRPr lang="zh-CN" altLang="en-US" sz="2400" dirty="0"/>
        </a:p>
      </dsp:txBody>
      <dsp:txXfrm>
        <a:off x="4104683" y="2088685"/>
        <a:ext cx="1678704" cy="839352"/>
      </dsp:txXfrm>
    </dsp:sp>
    <dsp:sp modelId="{3392E145-BD1A-40DC-8B2C-CA6524F95CD9}">
      <dsp:nvSpPr>
        <dsp:cNvPr id="15" name="矩形 14"/>
        <dsp:cNvSpPr/>
      </dsp:nvSpPr>
      <dsp:spPr bwMode="white">
        <a:xfrm>
          <a:off x="6093696" y="2088685"/>
          <a:ext cx="1678704" cy="839352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dirty="0" smtClean="0"/>
            <a:t>补偿原则</a:t>
          </a:r>
          <a:endParaRPr lang="zh-CN" altLang="en-US" sz="2400" dirty="0"/>
        </a:p>
      </dsp:txBody>
      <dsp:txXfrm>
        <a:off x="6093696" y="2088685"/>
        <a:ext cx="1678704" cy="839352"/>
      </dsp:txXfrm>
    </dsp:sp>
    <dsp:sp modelId="{353251A2-6049-4029-9AD8-6CDE3C94E048}">
      <dsp:nvSpPr>
        <dsp:cNvPr id="4" name="矩形 3" hidden="1"/>
        <dsp:cNvSpPr/>
      </dsp:nvSpPr>
      <dsp:spPr>
        <a:xfrm>
          <a:off x="2374695" y="358705"/>
          <a:ext cx="606388" cy="839352"/>
        </a:xfrm>
        <a:prstGeom prst="rect">
          <a:avLst/>
        </a:prstGeom>
      </dsp:spPr>
      <dsp:txXfrm>
        <a:off x="2374695" y="358705"/>
        <a:ext cx="606388" cy="839352"/>
      </dsp:txXfrm>
    </dsp:sp>
    <dsp:sp modelId="{0F2CA642-6AFE-462F-A5F3-CE7C31445FDF}">
      <dsp:nvSpPr>
        <dsp:cNvPr id="7" name="矩形 6" hidden="1"/>
        <dsp:cNvSpPr/>
      </dsp:nvSpPr>
      <dsp:spPr>
        <a:xfrm>
          <a:off x="0" y="2088685"/>
          <a:ext cx="335741" cy="839352"/>
        </a:xfrm>
        <a:prstGeom prst="rect">
          <a:avLst/>
        </a:prstGeom>
      </dsp:spPr>
      <dsp:txXfrm>
        <a:off x="0" y="2088685"/>
        <a:ext cx="335741" cy="839352"/>
      </dsp:txXfrm>
    </dsp:sp>
    <dsp:sp modelId="{E4CE34D7-1620-4666-B090-6C2B8527C0FA}">
      <dsp:nvSpPr>
        <dsp:cNvPr id="10" name="矩形 9" hidden="1"/>
        <dsp:cNvSpPr/>
      </dsp:nvSpPr>
      <dsp:spPr>
        <a:xfrm>
          <a:off x="2014294" y="2088685"/>
          <a:ext cx="335741" cy="839352"/>
        </a:xfrm>
        <a:prstGeom prst="rect">
          <a:avLst/>
        </a:prstGeom>
      </dsp:spPr>
      <dsp:txXfrm>
        <a:off x="2014294" y="2088685"/>
        <a:ext cx="335741" cy="839352"/>
      </dsp:txXfrm>
    </dsp:sp>
    <dsp:sp modelId="{A3B6D5B3-A99F-478F-A0B1-F0C17E68B140}">
      <dsp:nvSpPr>
        <dsp:cNvPr id="13" name="矩形 12" hidden="1"/>
        <dsp:cNvSpPr/>
      </dsp:nvSpPr>
      <dsp:spPr>
        <a:xfrm>
          <a:off x="4104683" y="2088685"/>
          <a:ext cx="335741" cy="839352"/>
        </a:xfrm>
        <a:prstGeom prst="rect">
          <a:avLst/>
        </a:prstGeom>
      </dsp:spPr>
      <dsp:txXfrm>
        <a:off x="4104683" y="2088685"/>
        <a:ext cx="335741" cy="839352"/>
      </dsp:txXfrm>
    </dsp:sp>
    <dsp:sp modelId="{5DEB6363-493A-4F5D-8E31-D423F8506D32}">
      <dsp:nvSpPr>
        <dsp:cNvPr id="16" name="矩形 15" hidden="1"/>
        <dsp:cNvSpPr/>
      </dsp:nvSpPr>
      <dsp:spPr>
        <a:xfrm>
          <a:off x="6093696" y="2088685"/>
          <a:ext cx="335741" cy="839352"/>
        </a:xfrm>
        <a:prstGeom prst="rect">
          <a:avLst/>
        </a:prstGeom>
      </dsp:spPr>
      <dsp:txXfrm>
        <a:off x="6093696" y="2088685"/>
        <a:ext cx="335741" cy="83935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72400" cy="2437528"/>
        <a:chOff x="0" y="0"/>
        <a:chExt cx="7772400" cy="2437528"/>
      </a:xfrm>
    </dsp:grpSpPr>
    <dsp:sp modelId="{99EBBD81-BAE8-422F-8E9B-493148CEAA5E}">
      <dsp:nvSpPr>
        <dsp:cNvPr id="3" name="右箭头 2"/>
        <dsp:cNvSpPr/>
      </dsp:nvSpPr>
      <dsp:spPr bwMode="white">
        <a:xfrm>
          <a:off x="582930" y="0"/>
          <a:ext cx="6606540" cy="2437528"/>
        </a:xfrm>
        <a:prstGeom prst="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582930" y="0"/>
        <a:ext cx="6606540" cy="2437528"/>
      </dsp:txXfrm>
    </dsp:sp>
    <dsp:sp modelId="{BF82A95E-A719-42D1-8E83-7490E5C96C4E}">
      <dsp:nvSpPr>
        <dsp:cNvPr id="4" name="圆角矩形 3"/>
        <dsp:cNvSpPr/>
      </dsp:nvSpPr>
      <dsp:spPr bwMode="white">
        <a:xfrm>
          <a:off x="0" y="537703"/>
          <a:ext cx="2331720" cy="975011"/>
        </a:xfrm>
        <a:prstGeom prst="roundRect">
          <a:avLst/>
        </a:prstGeom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/>
            <a:t>整体利益高于局部利益原则</a:t>
          </a:r>
          <a:endParaRPr lang="zh-CN" altLang="en-US" sz="2800" b="1" dirty="0"/>
        </a:p>
      </dsp:txBody>
      <dsp:txXfrm>
        <a:off x="0" y="537703"/>
        <a:ext cx="2331720" cy="975011"/>
      </dsp:txXfrm>
    </dsp:sp>
    <dsp:sp modelId="{8D8F3A98-04F5-4F7C-A1DA-B275CA1CCF5A}">
      <dsp:nvSpPr>
        <dsp:cNvPr id="5" name="圆角矩形 4"/>
        <dsp:cNvSpPr/>
      </dsp:nvSpPr>
      <dsp:spPr bwMode="white">
        <a:xfrm>
          <a:off x="2603288" y="682143"/>
          <a:ext cx="2331720" cy="975011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/>
            <a:t>需要原则</a:t>
          </a:r>
          <a:endParaRPr lang="zh-CN" altLang="en-US" sz="2800" b="1" dirty="0"/>
        </a:p>
      </dsp:txBody>
      <dsp:txXfrm>
        <a:off x="2603288" y="682143"/>
        <a:ext cx="2331720" cy="975011"/>
      </dsp:txXfrm>
    </dsp:sp>
    <dsp:sp modelId="{630CDB0A-004F-4CA5-A34A-4E40D4A580FB}">
      <dsp:nvSpPr>
        <dsp:cNvPr id="6" name="圆角矩形 5"/>
        <dsp:cNvSpPr/>
      </dsp:nvSpPr>
      <dsp:spPr bwMode="white">
        <a:xfrm>
          <a:off x="5440680" y="779646"/>
          <a:ext cx="2331720" cy="975011"/>
        </a:xfrm>
        <a:prstGeom prst="roundRect">
          <a:avLst/>
        </a:prstGeom>
      </dsp:spPr>
      <dsp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dirty="0" smtClean="0"/>
            <a:t>人类优先原则</a:t>
          </a:r>
          <a:endParaRPr lang="zh-CN" altLang="en-US" sz="2800" b="1" dirty="0"/>
        </a:p>
      </dsp:txBody>
      <dsp:txXfrm>
        <a:off x="5440680" y="779646"/>
        <a:ext cx="2331720" cy="9750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286000" cy="1477328"/>
        <a:chOff x="0" y="0"/>
        <a:chExt cx="2286000" cy="1477328"/>
      </a:xfrm>
    </dsp:grpSpPr>
    <dsp:sp modelId="{F8AE58AA-1845-423A-8D38-B5D336374A3A}">
      <dsp:nvSpPr>
        <dsp:cNvPr id="3" name="圆角矩形 2"/>
        <dsp:cNvSpPr/>
      </dsp:nvSpPr>
      <dsp:spPr bwMode="white">
        <a:xfrm>
          <a:off x="0" y="65442"/>
          <a:ext cx="2286000" cy="1315058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lIns="83820" tIns="83820" rIns="83820" bIns="8382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生存需要</a:t>
          </a:r>
          <a:r>
            <a:rPr lang="zh-CN" altLang="en-US" dirty="0" smtClean="0"/>
            <a:t>　</a:t>
          </a:r>
          <a:r>
            <a:rPr lang="en-US" altLang="zh-CN" dirty="0" smtClean="0"/>
            <a:t>〉</a:t>
          </a:r>
          <a:r>
            <a:rPr lang="zh-CN" dirty="0" smtClean="0"/>
            <a:t>基本需要</a:t>
          </a:r>
          <a:r>
            <a:rPr lang="zh-CN" altLang="en-US" dirty="0" smtClean="0"/>
            <a:t>　</a:t>
          </a:r>
          <a:r>
            <a:rPr lang="en-US" altLang="zh-CN" dirty="0" smtClean="0"/>
            <a:t>〉</a:t>
          </a:r>
          <a:r>
            <a:rPr lang="zh-CN" dirty="0" smtClean="0"/>
            <a:t>非基本需要</a:t>
          </a:r>
          <a:endParaRPr lang="zh-CN" dirty="0"/>
        </a:p>
      </dsp:txBody>
      <dsp:txXfrm>
        <a:off x="0" y="65442"/>
        <a:ext cx="2286000" cy="13150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182560" cy="1477328"/>
        <a:chOff x="0" y="0"/>
        <a:chExt cx="2182560" cy="1477328"/>
      </a:xfrm>
    </dsp:grpSpPr>
    <dsp:sp modelId="{F4C21BAA-8C64-4564-8672-323DFCEB4F46}">
      <dsp:nvSpPr>
        <dsp:cNvPr id="3" name="圆角矩形 2"/>
        <dsp:cNvSpPr/>
      </dsp:nvSpPr>
      <dsp:spPr bwMode="white">
        <a:xfrm>
          <a:off x="0" y="18631"/>
          <a:ext cx="2182560" cy="1458697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lIns="72390" tIns="72390" rIns="72390" bIns="7239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当且仅当</a:t>
          </a:r>
          <a:r>
            <a:rPr lang="zh-CN" dirty="0" smtClean="0"/>
            <a:t>人类与自然环境同时面临生存需要，人的利益优先。</a:t>
          </a:r>
          <a:endParaRPr lang="zh-CN" dirty="0"/>
        </a:p>
      </dsp:txBody>
      <dsp:txXfrm>
        <a:off x="0" y="18631"/>
        <a:ext cx="2182560" cy="14586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286000" cy="1584176"/>
        <a:chOff x="0" y="0"/>
        <a:chExt cx="2286000" cy="1584176"/>
      </a:xfrm>
    </dsp:grpSpPr>
    <dsp:sp modelId="{730B490E-78AD-4A47-8036-0E2CDF0FAD6D}">
      <dsp:nvSpPr>
        <dsp:cNvPr id="3" name="圆角矩形 2"/>
        <dsp:cNvSpPr/>
      </dsp:nvSpPr>
      <dsp:spPr bwMode="white">
        <a:xfrm>
          <a:off x="0" y="136912"/>
          <a:ext cx="2286000" cy="1301115"/>
        </a:xfrm>
        <a:prstGeom prst="roundRect">
          <a:avLst/>
        </a:prstGeom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lIns="83820" tIns="83820" rIns="83820" bIns="8382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人类一切活动都应服从自然生态系统的根本需要。</a:t>
          </a:r>
          <a:endParaRPr lang="zh-CN" dirty="0"/>
        </a:p>
      </dsp:txBody>
      <dsp:txXfrm>
        <a:off x="0" y="136912"/>
        <a:ext cx="2286000" cy="13011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219256" cy="5328592"/>
        <a:chOff x="0" y="0"/>
        <a:chExt cx="8219256" cy="5328592"/>
      </a:xfrm>
    </dsp:grpSpPr>
    <dsp:sp modelId="{FAE752F3-A567-4091-88B0-3ABDE2E11278}">
      <dsp:nvSpPr>
        <dsp:cNvPr id="4" name="空心弧 3"/>
        <dsp:cNvSpPr/>
      </dsp:nvSpPr>
      <dsp:spPr bwMode="white">
        <a:xfrm>
          <a:off x="-5962513" y="-934518"/>
          <a:ext cx="7197628" cy="7197628"/>
        </a:xfrm>
        <a:prstGeom prst="blockArc">
          <a:avLst>
            <a:gd name="adj1" fmla="val 18900000"/>
            <a:gd name="adj2" fmla="val 2700000"/>
            <a:gd name="adj3" fmla="val 251"/>
          </a:avLst>
        </a:pr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Xfrm>
        <a:off x="-5962513" y="-934518"/>
        <a:ext cx="7197628" cy="7197628"/>
      </dsp:txXfrm>
    </dsp:sp>
    <dsp:sp modelId="{357D67F3-AE19-4D33-A17C-764043B0B1C5}">
      <dsp:nvSpPr>
        <dsp:cNvPr id="7" name="矩形 6"/>
        <dsp:cNvSpPr/>
      </dsp:nvSpPr>
      <dsp:spPr bwMode="white">
        <a:xfrm>
          <a:off x="813143" y="532859"/>
          <a:ext cx="7406113" cy="1065718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45913" tIns="73660" rIns="73660" bIns="73660" anchor="ctr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当自然的整体利益与人类的局部利益发生冲突时，依据原则（</a:t>
          </a:r>
          <a:r>
            <a:rPr lang="zh-CN" altLang="en-US" dirty="0" smtClean="0"/>
            <a:t>１</a:t>
          </a:r>
          <a:r>
            <a:rPr lang="zh-CN" dirty="0" smtClean="0"/>
            <a:t>）来解决</a:t>
          </a:r>
          <a:r>
            <a:rPr lang="zh-CN" altLang="en-US" dirty="0" smtClean="0"/>
            <a:t>。</a:t>
          </a:r>
          <a:endParaRPr lang="zh-CN" dirty="0"/>
        </a:p>
      </dsp:txBody>
      <dsp:txXfrm>
        <a:off x="813143" y="532859"/>
        <a:ext cx="7406113" cy="1065718"/>
      </dsp:txXfrm>
    </dsp:sp>
    <dsp:sp modelId="{9765A0E8-7317-4F57-B342-693817BA54BD}">
      <dsp:nvSpPr>
        <dsp:cNvPr id="8" name="椭圆 7"/>
        <dsp:cNvSpPr/>
      </dsp:nvSpPr>
      <dsp:spPr bwMode="white">
        <a:xfrm>
          <a:off x="147069" y="399644"/>
          <a:ext cx="1332148" cy="1332148"/>
        </a:xfrm>
        <a:prstGeom prst="ellipse">
          <a:avLst/>
        </a:prstGeom>
        <a:solidFill>
          <a:srgbClr val="C00000"/>
        </a:solidFill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47069" y="399644"/>
        <a:ext cx="1332148" cy="1332148"/>
      </dsp:txXfrm>
    </dsp:sp>
    <dsp:sp modelId="{8BF876FC-DDFB-4525-9160-236A72FAFF1F}">
      <dsp:nvSpPr>
        <dsp:cNvPr id="9" name="矩形 8"/>
        <dsp:cNvSpPr/>
      </dsp:nvSpPr>
      <dsp:spPr bwMode="white">
        <a:xfrm>
          <a:off x="1200532" y="2131437"/>
          <a:ext cx="7018724" cy="1065718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930000"/>
            <a:satOff val="-28234"/>
            <a:lumOff val="941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45913" tIns="73660" rIns="73660" bIns="73660" anchor="ctr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当自然的局部利益与人类的局部利益</a:t>
          </a:r>
          <a:r>
            <a:rPr lang="zh-CN" altLang="en-US" dirty="0" smtClean="0"/>
            <a:t>冲突时</a:t>
          </a:r>
          <a:r>
            <a:rPr lang="zh-CN" dirty="0" smtClean="0"/>
            <a:t>，依据原则（</a:t>
          </a:r>
          <a:r>
            <a:rPr lang="zh-CN" altLang="en-US" dirty="0" smtClean="0"/>
            <a:t>２</a:t>
          </a:r>
          <a:r>
            <a:rPr lang="zh-CN" dirty="0" smtClean="0"/>
            <a:t>）来解决。</a:t>
          </a:r>
          <a:endParaRPr lang="zh-CN" dirty="0"/>
        </a:p>
      </dsp:txBody>
      <dsp:txXfrm>
        <a:off x="1200532" y="2131437"/>
        <a:ext cx="7018724" cy="1065718"/>
      </dsp:txXfrm>
    </dsp:sp>
    <dsp:sp modelId="{38A117E8-1F55-4378-B305-DB7BA6B0462A}">
      <dsp:nvSpPr>
        <dsp:cNvPr id="10" name="椭圆 9"/>
        <dsp:cNvSpPr/>
      </dsp:nvSpPr>
      <dsp:spPr bwMode="white">
        <a:xfrm>
          <a:off x="534458" y="1998222"/>
          <a:ext cx="1332148" cy="1332148"/>
        </a:xfrm>
        <a:prstGeom prst="ellipse">
          <a:avLst/>
        </a:prstGeom>
        <a:solidFill>
          <a:schemeClr val="accent2">
            <a:lumMod val="50000"/>
          </a:schemeClr>
        </a:solidFill>
      </dsp:spPr>
      <dsp:style>
        <a:lnRef idx="2">
          <a:schemeClr val="accent4">
            <a:hueOff val="930000"/>
            <a:satOff val="-28234"/>
            <a:lumOff val="9412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534458" y="1998222"/>
        <a:ext cx="1332148" cy="1332148"/>
      </dsp:txXfrm>
    </dsp:sp>
    <dsp:sp modelId="{17BB557C-BA22-44DF-9C8E-1D3899EBD40D}">
      <dsp:nvSpPr>
        <dsp:cNvPr id="11" name="矩形 10"/>
        <dsp:cNvSpPr/>
      </dsp:nvSpPr>
      <dsp:spPr bwMode="white">
        <a:xfrm>
          <a:off x="813143" y="3730014"/>
          <a:ext cx="7406113" cy="1065718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1860000"/>
            <a:satOff val="-56470"/>
            <a:lumOff val="1882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45913" tIns="73660" rIns="73660" bIns="73660" anchor="ctr"/>
        <a:lstStyle>
          <a:lvl1pPr algn="l">
            <a:defRPr sz="29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当自然的整体利益与人类的整体利益发生冲突时依据原则（</a:t>
          </a:r>
          <a:r>
            <a:rPr lang="zh-CN" altLang="en-US" dirty="0" smtClean="0"/>
            <a:t>３</a:t>
          </a:r>
          <a:r>
            <a:rPr lang="zh-CN" dirty="0" smtClean="0"/>
            <a:t>）来解决。</a:t>
          </a:r>
          <a:endParaRPr lang="zh-CN" dirty="0"/>
        </a:p>
      </dsp:txBody>
      <dsp:txXfrm>
        <a:off x="813143" y="3730014"/>
        <a:ext cx="7406113" cy="1065718"/>
      </dsp:txXfrm>
    </dsp:sp>
    <dsp:sp modelId="{89BBAEE7-6A15-48BF-BA00-91A27DBB77B1}">
      <dsp:nvSpPr>
        <dsp:cNvPr id="12" name="椭圆 11"/>
        <dsp:cNvSpPr/>
      </dsp:nvSpPr>
      <dsp:spPr bwMode="white">
        <a:xfrm>
          <a:off x="147069" y="3596800"/>
          <a:ext cx="1332148" cy="1332148"/>
        </a:xfrm>
        <a:prstGeom prst="ellipse">
          <a:avLst/>
        </a:prstGeom>
        <a:solidFill>
          <a:srgbClr val="7030A0"/>
        </a:solidFill>
      </dsp:spPr>
      <dsp:style>
        <a:lnRef idx="2">
          <a:schemeClr val="accent4">
            <a:hueOff val="1860000"/>
            <a:satOff val="-56470"/>
            <a:lumOff val="18824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47069" y="3596800"/>
        <a:ext cx="1332148" cy="1332148"/>
      </dsp:txXfrm>
    </dsp:sp>
    <dsp:sp modelId="{5E5C4EB0-A7A9-4820-83E5-990AA647D830}">
      <dsp:nvSpPr>
        <dsp:cNvPr id="3" name="矩形 2" hidden="1"/>
        <dsp:cNvSpPr/>
      </dsp:nvSpPr>
      <dsp:spPr bwMode="white">
        <a:xfrm>
          <a:off x="150319" y="114278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50319" y="114278"/>
        <a:ext cx="36000" cy="36000"/>
      </dsp:txXfrm>
    </dsp:sp>
    <dsp:sp modelId="{49916535-6DDC-48E9-B50B-1342ACCAF5C8}">
      <dsp:nvSpPr>
        <dsp:cNvPr id="5" name="矩形 4" hidden="1"/>
        <dsp:cNvSpPr/>
      </dsp:nvSpPr>
      <dsp:spPr bwMode="white">
        <a:xfrm>
          <a:off x="1199115" y="2646296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199115" y="2646296"/>
        <a:ext cx="36000" cy="36000"/>
      </dsp:txXfrm>
    </dsp:sp>
    <dsp:sp modelId="{5B93F425-7D43-4F79-9E05-EC388C96B613}">
      <dsp:nvSpPr>
        <dsp:cNvPr id="6" name="矩形 5" hidden="1"/>
        <dsp:cNvSpPr/>
      </dsp:nvSpPr>
      <dsp:spPr bwMode="white">
        <a:xfrm>
          <a:off x="150319" y="5178314"/>
          <a:ext cx="36000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50319" y="5178314"/>
        <a:ext cx="36000" cy="36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72400" cy="1800200"/>
        <a:chOff x="0" y="0"/>
        <a:chExt cx="7772400" cy="1800200"/>
      </a:xfrm>
    </dsp:grpSpPr>
    <dsp:sp modelId="{AA1CA397-FB2E-4B81-974A-9CB080F7C64F}">
      <dsp:nvSpPr>
        <dsp:cNvPr id="5" name="任意多边形 4"/>
        <dsp:cNvSpPr/>
      </dsp:nvSpPr>
      <dsp:spPr bwMode="white">
        <a:xfrm>
          <a:off x="1314167" y="885638"/>
          <a:ext cx="2572033" cy="399343"/>
        </a:xfrm>
        <a:custGeom>
          <a:avLst/>
          <a:gdLst/>
          <a:ahLst/>
          <a:cxnLst/>
          <a:pathLst>
            <a:path w="4050" h="629">
              <a:moveTo>
                <a:pt x="4050" y="0"/>
              </a:moveTo>
              <a:lnTo>
                <a:pt x="4050" y="336"/>
              </a:lnTo>
              <a:lnTo>
                <a:pt x="0" y="336"/>
              </a:lnTo>
              <a:lnTo>
                <a:pt x="0" y="629"/>
              </a:lnTo>
            </a:path>
          </a:pathLst>
        </a:custGeom>
        <a:sp3d z="-110000"/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1314167" y="885638"/>
        <a:ext cx="2572033" cy="399343"/>
      </dsp:txXfrm>
    </dsp:sp>
    <dsp:sp modelId="{25162C09-FF14-4B0D-891C-760366713A0F}">
      <dsp:nvSpPr>
        <dsp:cNvPr id="8" name="任意多边形 7"/>
        <dsp:cNvSpPr/>
      </dsp:nvSpPr>
      <dsp:spPr bwMode="white">
        <a:xfrm>
          <a:off x="3886200" y="885638"/>
          <a:ext cx="2617821" cy="338827"/>
        </a:xfrm>
        <a:custGeom>
          <a:avLst/>
          <a:gdLst/>
          <a:ahLst/>
          <a:cxnLst/>
          <a:pathLst>
            <a:path w="4123" h="534">
              <a:moveTo>
                <a:pt x="0" y="0"/>
              </a:moveTo>
              <a:lnTo>
                <a:pt x="0" y="241"/>
              </a:lnTo>
              <a:lnTo>
                <a:pt x="4123" y="241"/>
              </a:lnTo>
              <a:lnTo>
                <a:pt x="4123" y="534"/>
              </a:lnTo>
            </a:path>
          </a:pathLst>
        </a:custGeom>
        <a:sp3d z="-110000"/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3886200" y="885638"/>
        <a:ext cx="2617821" cy="338827"/>
      </dsp:txXfrm>
    </dsp:sp>
    <dsp:sp modelId="{89D9EB41-915A-46E1-84CB-614EC3DCB0C4}">
      <dsp:nvSpPr>
        <dsp:cNvPr id="3" name="矩形 2"/>
        <dsp:cNvSpPr/>
      </dsp:nvSpPr>
      <dsp:spPr bwMode="white">
        <a:xfrm>
          <a:off x="3000562" y="0"/>
          <a:ext cx="1771275" cy="885638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2"/>
        </a:lnRef>
        <a:fillRef idx="1">
          <a:schemeClr val="dk2"/>
        </a:fillRef>
        <a:effectRef idx="1">
          <a:scrgbClr r="0" g="0" b="0"/>
        </a:effectRef>
        <a:fontRef idx="minor">
          <a:schemeClr val="lt1"/>
        </a:fontRef>
      </dsp:style>
      <dsp:txBody>
        <a:bodyPr lIns="19685" tIns="19685" rIns="19685" bIns="19685" anchor="ctr"/>
        <a:lstStyle>
          <a:lvl1pPr algn="ctr">
            <a:defRPr sz="31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伦理责任</a:t>
          </a:r>
          <a:endParaRPr lang="zh-CN" dirty="0"/>
        </a:p>
      </dsp:txBody>
      <dsp:txXfrm>
        <a:off x="3000562" y="0"/>
        <a:ext cx="1771275" cy="885638"/>
      </dsp:txXfrm>
    </dsp:sp>
    <dsp:sp modelId="{C293EE43-67F6-4A31-A132-A75FAF1C6A7D}">
      <dsp:nvSpPr>
        <dsp:cNvPr id="6" name="矩形 5"/>
        <dsp:cNvSpPr/>
      </dsp:nvSpPr>
      <dsp:spPr bwMode="white">
        <a:xfrm>
          <a:off x="428529" y="1284980"/>
          <a:ext cx="1771275" cy="515220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2"/>
        </a:lnRef>
        <a:fillRef idx="1">
          <a:schemeClr val="dk2"/>
        </a:fillRef>
        <a:effectRef idx="1">
          <a:scrgbClr r="0" g="0" b="0"/>
        </a:effectRef>
        <a:fontRef idx="minor">
          <a:schemeClr val="lt1"/>
        </a:fontRef>
      </dsp:style>
      <dsp:txBody>
        <a:bodyPr lIns="19685" tIns="19685" rIns="19685" bIns="19685" anchor="ctr"/>
        <a:lstStyle>
          <a:lvl1pPr algn="ctr">
            <a:defRPr sz="31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dirty="0" smtClean="0"/>
            <a:t>限制</a:t>
          </a:r>
          <a:endParaRPr lang="zh-CN" dirty="0"/>
        </a:p>
      </dsp:txBody>
      <dsp:txXfrm>
        <a:off x="428529" y="1284980"/>
        <a:ext cx="1771275" cy="515220"/>
      </dsp:txXfrm>
    </dsp:sp>
    <dsp:sp modelId="{BB3A6608-3F4C-41C9-A2FA-4BDAE3B4507E}">
      <dsp:nvSpPr>
        <dsp:cNvPr id="9" name="矩形 8"/>
        <dsp:cNvSpPr/>
      </dsp:nvSpPr>
      <dsp:spPr bwMode="white">
        <a:xfrm>
          <a:off x="5618383" y="1224465"/>
          <a:ext cx="1771275" cy="542595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2"/>
        </a:lnRef>
        <a:fillRef idx="1">
          <a:schemeClr val="dk2"/>
        </a:fillRef>
        <a:effectRef idx="1">
          <a:scrgbClr r="0" g="0" b="0"/>
        </a:effectRef>
        <a:fontRef idx="minor">
          <a:schemeClr val="lt1"/>
        </a:fontRef>
      </dsp:style>
      <dsp:txBody>
        <a:bodyPr lIns="19685" tIns="19685" rIns="19685" bIns="19685" anchor="ctr"/>
        <a:lstStyle>
          <a:lvl1pPr algn="ctr">
            <a:defRPr sz="31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mtClean="0"/>
            <a:t>保护</a:t>
          </a:r>
          <a:endParaRPr lang="zh-CN"/>
        </a:p>
      </dsp:txBody>
      <dsp:txXfrm>
        <a:off x="5618383" y="1224465"/>
        <a:ext cx="1771275" cy="542595"/>
      </dsp:txXfrm>
    </dsp:sp>
    <dsp:sp modelId="{3ED99EDD-3774-4E47-97CB-A97DD12F145C}">
      <dsp:nvSpPr>
        <dsp:cNvPr id="4" name="矩形 3" hidden="1"/>
        <dsp:cNvSpPr/>
      </dsp:nvSpPr>
      <dsp:spPr>
        <a:xfrm>
          <a:off x="3000562" y="0"/>
          <a:ext cx="354255" cy="885638"/>
        </a:xfrm>
        <a:prstGeom prst="rect">
          <a:avLst/>
        </a:prstGeom>
      </dsp:spPr>
      <dsp:txXfrm>
        <a:off x="3000562" y="0"/>
        <a:ext cx="354255" cy="885638"/>
      </dsp:txXfrm>
    </dsp:sp>
    <dsp:sp modelId="{987522AA-43F2-4E54-B6FC-70BCA35FE304}">
      <dsp:nvSpPr>
        <dsp:cNvPr id="7" name="矩形 6" hidden="1"/>
        <dsp:cNvSpPr/>
      </dsp:nvSpPr>
      <dsp:spPr>
        <a:xfrm>
          <a:off x="428529" y="1284980"/>
          <a:ext cx="354255" cy="515220"/>
        </a:xfrm>
        <a:prstGeom prst="rect">
          <a:avLst/>
        </a:prstGeom>
      </dsp:spPr>
      <dsp:txXfrm>
        <a:off x="428529" y="1284980"/>
        <a:ext cx="354255" cy="515220"/>
      </dsp:txXfrm>
    </dsp:sp>
    <dsp:sp modelId="{7A5567D4-7104-4019-81CD-089C7EB0882A}">
      <dsp:nvSpPr>
        <dsp:cNvPr id="10" name="矩形 9" hidden="1"/>
        <dsp:cNvSpPr/>
      </dsp:nvSpPr>
      <dsp:spPr>
        <a:xfrm>
          <a:off x="5618383" y="1224465"/>
          <a:ext cx="354255" cy="542595"/>
        </a:xfrm>
        <a:prstGeom prst="rect">
          <a:avLst/>
        </a:prstGeom>
      </dsp:spPr>
      <dsp:txXfrm>
        <a:off x="5618383" y="1224465"/>
        <a:ext cx="354255" cy="542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#2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#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type="notchedRightArrow" r:blip="" rot="180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#3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#4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#1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#4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#5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#2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1F69220-5870-44CB-8B4A-889DC83C982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011BF74-2CED-4358-B34A-99177AEC334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6F95336-147C-4DAB-AA3C-EC01FC67D92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r>
              <a:rPr lang="zh-CN" altLang="en-US" smtClean="0"/>
              <a:t>运用有利于人和有利于自然的双标尺评价标准，确定了工程活动中的环境伦理原则。</a:t>
            </a:r>
            <a:endParaRPr lang="zh-CN" altLang="en-US" smtClean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1A835D8-31C1-4F5D-B930-5DA5A3B0F9A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1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矩形 38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矩形 39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矩形 40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矩形 41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矩形 55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矩形 64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矩形 65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矩形 66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5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BB775-762D-4A55-A658-016FB3E6477C}" type="datetimeFigureOut">
              <a:rPr lang="zh-CN" altLang="en-US"/>
            </a:fld>
            <a:endParaRPr lang="zh-CN" altLang="en-US"/>
          </a:p>
        </p:txBody>
      </p:sp>
      <p:sp>
        <p:nvSpPr>
          <p:cNvPr id="16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A0868-4305-44BA-B3EE-BA64EE7E793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BB83B-0846-4C7C-BD1F-E8C4BA2454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179F2-0070-4719-AAEB-023BB2DFC3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/>
          <p:cNvSpPr/>
          <p:nvPr/>
        </p:nvSpPr>
        <p:spPr bwMode="auto">
          <a:xfrm>
            <a:off x="4829175" y="1073150"/>
            <a:ext cx="4321175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4"/>
          <p:cNvSpPr/>
          <p:nvPr/>
        </p:nvSpPr>
        <p:spPr bwMode="auto">
          <a:xfrm>
            <a:off x="374650" y="0"/>
            <a:ext cx="5513388" cy="66151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6" name="任意多边形 12"/>
          <p:cNvSpPr/>
          <p:nvPr/>
        </p:nvSpPr>
        <p:spPr bwMode="auto">
          <a:xfrm rot="5236414">
            <a:off x="4461669" y="1483519"/>
            <a:ext cx="41148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7" name="任意多边形 15"/>
          <p:cNvSpPr/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6"/>
          <p:cNvSpPr/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9" name="任意多边形 17"/>
          <p:cNvSpPr/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" name="任意多边形 18"/>
          <p:cNvSpPr/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1" name="任意多边形 19"/>
          <p:cNvSpPr/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2" name="任意多边形 20"/>
          <p:cNvSpPr/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3" name="任意多边形 21"/>
          <p:cNvSpPr/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4" name="任意多边形 22"/>
          <p:cNvSpPr/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5" name="任意多边形 23"/>
          <p:cNvSpPr/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" name="任意多边形 24"/>
          <p:cNvSpPr/>
          <p:nvPr/>
        </p:nvSpPr>
        <p:spPr bwMode="auto">
          <a:xfrm>
            <a:off x="366713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" name="任意多边形 25"/>
          <p:cNvSpPr/>
          <p:nvPr/>
        </p:nvSpPr>
        <p:spPr bwMode="auto">
          <a:xfrm>
            <a:off x="366713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" name="任意多边形 26"/>
          <p:cNvSpPr/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9" name="矩形 6"/>
          <p:cNvSpPr/>
          <p:nvPr/>
        </p:nvSpPr>
        <p:spPr>
          <a:xfrm>
            <a:off x="363538" y="401638"/>
            <a:ext cx="8504237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矩形 7"/>
          <p:cNvSpPr/>
          <p:nvPr/>
        </p:nvSpPr>
        <p:spPr>
          <a:xfrm flipH="1">
            <a:off x="371475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矩形 8"/>
          <p:cNvSpPr/>
          <p:nvPr/>
        </p:nvSpPr>
        <p:spPr>
          <a:xfrm flipH="1">
            <a:off x="411163" y="681038"/>
            <a:ext cx="2698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矩形 9"/>
          <p:cNvSpPr/>
          <p:nvPr/>
        </p:nvSpPr>
        <p:spPr>
          <a:xfrm flipH="1">
            <a:off x="447675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矩形 10"/>
          <p:cNvSpPr/>
          <p:nvPr/>
        </p:nvSpPr>
        <p:spPr>
          <a:xfrm flipH="1">
            <a:off x="476250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" name="矩形 11"/>
          <p:cNvSpPr/>
          <p:nvPr/>
        </p:nvSpPr>
        <p:spPr>
          <a:xfrm>
            <a:off x="500063" y="681038"/>
            <a:ext cx="36512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bIns="0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33549-1DD2-4CB4-8104-7EF898895716}" type="datetimeFigureOut">
              <a:rPr lang="zh-CN" altLang="en-US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6BB11-1F77-43A6-8986-9343C2D34D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9CA09-A457-419A-8152-10FF03738A8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52D36-FB97-4ED9-B3DC-D536975489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4"/>
          <p:cNvSpPr/>
          <p:nvPr/>
        </p:nvSpPr>
        <p:spPr>
          <a:xfrm>
            <a:off x="0" y="401638"/>
            <a:ext cx="8867775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矩形 15"/>
          <p:cNvSpPr/>
          <p:nvPr/>
        </p:nvSpPr>
        <p:spPr>
          <a:xfrm>
            <a:off x="87313" y="681038"/>
            <a:ext cx="460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矩形 16"/>
          <p:cNvSpPr/>
          <p:nvPr/>
        </p:nvSpPr>
        <p:spPr>
          <a:xfrm>
            <a:off x="47625" y="681038"/>
            <a:ext cx="2698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矩形 17"/>
          <p:cNvSpPr/>
          <p:nvPr/>
        </p:nvSpPr>
        <p:spPr>
          <a:xfrm>
            <a:off x="28575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矩形 18"/>
          <p:cNvSpPr/>
          <p:nvPr/>
        </p:nvSpPr>
        <p:spPr>
          <a:xfrm>
            <a:off x="0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矩形 19"/>
          <p:cNvSpPr/>
          <p:nvPr/>
        </p:nvSpPr>
        <p:spPr>
          <a:xfrm flipH="1">
            <a:off x="149225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矩形 20"/>
          <p:cNvSpPr/>
          <p:nvPr/>
        </p:nvSpPr>
        <p:spPr>
          <a:xfrm flipH="1">
            <a:off x="188913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矩形 21"/>
          <p:cNvSpPr/>
          <p:nvPr/>
        </p:nvSpPr>
        <p:spPr>
          <a:xfrm flipH="1">
            <a:off x="2270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矩形 28"/>
          <p:cNvSpPr/>
          <p:nvPr/>
        </p:nvSpPr>
        <p:spPr>
          <a:xfrm flipH="1">
            <a:off x="255588" y="681038"/>
            <a:ext cx="79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矩形 29"/>
          <p:cNvSpPr/>
          <p:nvPr/>
        </p:nvSpPr>
        <p:spPr>
          <a:xfrm>
            <a:off x="2794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88B00-51D9-422B-851A-74EA017BF7C9}" type="datetimeFigureOut">
              <a:rPr lang="zh-CN" altLang="en-US"/>
            </a:fld>
            <a:endParaRPr lang="zh-CN" altLang="en-US"/>
          </a:p>
        </p:txBody>
      </p:sp>
      <p:sp>
        <p:nvSpPr>
          <p:cNvPr id="1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654BA-7888-4CF8-870C-97877DD2C00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84D85-E342-4571-A6B4-0BDF2308EB0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2BD9E-ADBA-4161-8037-195733FB1B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505A9-31EE-4C39-907D-81B8F59C532A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055A1-E96F-4D2C-A896-63964597114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0D7D2-BF17-4595-8B4D-0A81F7F0056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368E5-DE2B-4DD1-A633-3DCCBA5B445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/>
        </p:nvSpPr>
        <p:spPr>
          <a:xfrm>
            <a:off x="368300" y="0"/>
            <a:ext cx="8777288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直接连接符 8"/>
          <p:cNvCxnSpPr/>
          <p:nvPr/>
        </p:nvCxnSpPr>
        <p:spPr>
          <a:xfrm flipV="1">
            <a:off x="363538" y="1884363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组合 9"/>
          <p:cNvGrpSpPr/>
          <p:nvPr/>
        </p:nvGrpSpPr>
        <p:grpSpPr bwMode="auto">
          <a:xfrm rot="5400000">
            <a:off x="8515351" y="1219200"/>
            <a:ext cx="131762" cy="128587"/>
            <a:chOff x="6668087" y="1297746"/>
            <a:chExt cx="161840" cy="156602"/>
          </a:xfrm>
        </p:grpSpPr>
        <p:cxnSp>
          <p:nvCxnSpPr>
            <p:cNvPr id="8" name="直接连接符 14"/>
            <p:cNvCxnSpPr/>
            <p:nvPr/>
          </p:nvCxnSpPr>
          <p:spPr>
            <a:xfrm rot="16200000">
              <a:off x="6663593" y="1300308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5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6"/>
            <p:cNvCxnSpPr/>
            <p:nvPr/>
          </p:nvCxnSpPr>
          <p:spPr>
            <a:xfrm rot="5400000" flipH="1">
              <a:off x="6744513" y="1299332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3"/>
          <p:cNvGrpSpPr/>
          <p:nvPr/>
        </p:nvGrpSpPr>
        <p:grpSpPr bwMode="auto">
          <a:xfrm rot="5400000">
            <a:off x="8667751" y="1371600"/>
            <a:ext cx="131762" cy="128587"/>
            <a:chOff x="6668087" y="1297746"/>
            <a:chExt cx="161840" cy="156602"/>
          </a:xfrm>
        </p:grpSpPr>
        <p:cxnSp>
          <p:nvCxnSpPr>
            <p:cNvPr id="12" name="直接连接符 10"/>
            <p:cNvCxnSpPr/>
            <p:nvPr/>
          </p:nvCxnSpPr>
          <p:spPr>
            <a:xfrm rot="16200000">
              <a:off x="6663593" y="1300308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1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2"/>
            <p:cNvCxnSpPr/>
            <p:nvPr/>
          </p:nvCxnSpPr>
          <p:spPr>
            <a:xfrm rot="5400000" flipH="1">
              <a:off x="6744513" y="1299332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7"/>
          <p:cNvGrpSpPr/>
          <p:nvPr/>
        </p:nvGrpSpPr>
        <p:grpSpPr bwMode="auto">
          <a:xfrm rot="5400000">
            <a:off x="8320087" y="1474788"/>
            <a:ext cx="131763" cy="128588"/>
            <a:chOff x="6668087" y="1297746"/>
            <a:chExt cx="161840" cy="156602"/>
          </a:xfrm>
        </p:grpSpPr>
        <p:cxnSp>
          <p:nvCxnSpPr>
            <p:cNvPr id="16" name="直接连接符 18"/>
            <p:cNvCxnSpPr/>
            <p:nvPr/>
          </p:nvCxnSpPr>
          <p:spPr>
            <a:xfrm rot="16200000">
              <a:off x="6663592" y="1300307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9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20"/>
            <p:cNvCxnSpPr/>
            <p:nvPr/>
          </p:nvCxnSpPr>
          <p:spPr>
            <a:xfrm rot="5400000" flipH="1">
              <a:off x="6744512" y="1299332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56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7B425-3BC2-4AE4-9A55-F4D97D2A9C2C}" type="datetimeFigureOut">
              <a:rPr lang="zh-CN" altLang="en-US"/>
            </a:fld>
            <a:endParaRPr lang="zh-CN" altLang="en-US"/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563"/>
            <a:ext cx="5562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563"/>
            <a:ext cx="457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18082-2197-45DF-8BB3-EBC0DCE654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538C0-8F8B-4D66-9CCE-1A2535DDD2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55978-6366-48FD-9CE5-DBE4B1666D4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EBB33-6A07-4B08-B926-74921993BE4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D9E38-4BFC-4E08-B05E-CD768DF6FC3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28600" y="1295400"/>
            <a:ext cx="438150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38150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3AEE5-2807-4299-9D1E-2E2ABEC2A3B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矩形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矩形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矩形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6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914400" y="1784350"/>
            <a:ext cx="77724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 smtClean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A7B0EC0-52D7-4207-AED4-29805C3CCD77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FB2D3A-2DAA-4196-85B2-FD626C5BC214}" type="slidenum">
              <a:rPr lang="zh-CN" altLang="en-US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华文楷体" panose="02010600040101010101" charset="-122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  <a:ea typeface="华文楷体" panose="02010600040101010101" charset="-122"/>
          <a:cs typeface="华文楷体" panose="02010600040101010101" charset="-122"/>
        </a:defRPr>
      </a:lvl9pPr>
    </p:titleStyle>
    <p:bodyStyle>
      <a:lvl1pPr marL="411480" indent="-342900" algn="l" rtl="0" fontAlgn="base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8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fontAlgn="base">
        <a:spcBef>
          <a:spcPct val="20000"/>
        </a:spcBef>
        <a:spcAft>
          <a:spcPct val="0"/>
        </a:spcAft>
        <a:buClr>
          <a:srgbClr val="FEB80A"/>
        </a:buClr>
        <a:buFont typeface="Wingdings 3" panose="05040102010807070707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09550" algn="l" rtl="0" fontAlgn="base">
        <a:spcBef>
          <a:spcPct val="20000"/>
        </a:spcBef>
        <a:spcAft>
          <a:spcPct val="0"/>
        </a:spcAft>
        <a:buClr>
          <a:srgbClr val="FEB80A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6" Type="http://schemas.openxmlformats.org/officeDocument/2006/relationships/slideLayout" Target="../slideLayouts/slideLayout2.xml"/><Relationship Id="rId15" Type="http://schemas.microsoft.com/office/2007/relationships/diagramDrawing" Target="../diagrams/drawing4.xml"/><Relationship Id="rId14" Type="http://schemas.openxmlformats.org/officeDocument/2006/relationships/diagramColors" Target="../diagrams/colors4.xml"/><Relationship Id="rId13" Type="http://schemas.openxmlformats.org/officeDocument/2006/relationships/diagramQuickStyle" Target="../diagrams/quickStyle4.xml"/><Relationship Id="rId12" Type="http://schemas.openxmlformats.org/officeDocument/2006/relationships/diagramLayout" Target="../diagrams/layout4.xml"/><Relationship Id="rId11" Type="http://schemas.openxmlformats.org/officeDocument/2006/relationships/diagramData" Target="../diagrams/data4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8.xml"/><Relationship Id="rId8" Type="http://schemas.openxmlformats.org/officeDocument/2006/relationships/diagramQuickStyle" Target="../diagrams/quickStyle8.xml"/><Relationship Id="rId7" Type="http://schemas.openxmlformats.org/officeDocument/2006/relationships/diagramLayout" Target="../diagrams/layout8.xml"/><Relationship Id="rId6" Type="http://schemas.openxmlformats.org/officeDocument/2006/relationships/diagramData" Target="../diagrams/data8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1" Type="http://schemas.openxmlformats.org/officeDocument/2006/relationships/slideLayout" Target="../slideLayouts/slideLayout2.xml"/><Relationship Id="rId20" Type="http://schemas.microsoft.com/office/2007/relationships/diagramDrawing" Target="../diagrams/drawing10.xml"/><Relationship Id="rId2" Type="http://schemas.openxmlformats.org/officeDocument/2006/relationships/diagramLayout" Target="../diagrams/layout7.xml"/><Relationship Id="rId19" Type="http://schemas.openxmlformats.org/officeDocument/2006/relationships/diagramColors" Target="../diagrams/colors10.xml"/><Relationship Id="rId18" Type="http://schemas.openxmlformats.org/officeDocument/2006/relationships/diagramQuickStyle" Target="../diagrams/quickStyle10.xml"/><Relationship Id="rId17" Type="http://schemas.openxmlformats.org/officeDocument/2006/relationships/diagramLayout" Target="../diagrams/layout10.xml"/><Relationship Id="rId16" Type="http://schemas.openxmlformats.org/officeDocument/2006/relationships/diagramData" Target="../diagrams/data10.xml"/><Relationship Id="rId15" Type="http://schemas.microsoft.com/office/2007/relationships/diagramDrawing" Target="../diagrams/drawing9.xml"/><Relationship Id="rId14" Type="http://schemas.openxmlformats.org/officeDocument/2006/relationships/diagramColors" Target="../diagrams/colors9.xml"/><Relationship Id="rId13" Type="http://schemas.openxmlformats.org/officeDocument/2006/relationships/diagramQuickStyle" Target="../diagrams/quickStyle9.xml"/><Relationship Id="rId12" Type="http://schemas.openxmlformats.org/officeDocument/2006/relationships/diagramLayout" Target="../diagrams/layout9.xml"/><Relationship Id="rId11" Type="http://schemas.openxmlformats.org/officeDocument/2006/relationships/diagramData" Target="../diagrams/data9.xml"/><Relationship Id="rId10" Type="http://schemas.microsoft.com/office/2007/relationships/diagramDrawing" Target="../diagrams/drawing8.xml"/><Relationship Id="rId1" Type="http://schemas.openxmlformats.org/officeDocument/2006/relationships/diagramData" Target="../diagrams/data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" Type="http://schemas.openxmlformats.org/officeDocument/2006/relationships/diagramData" Target="../diagrams/data1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3" Type="http://schemas.openxmlformats.org/officeDocument/2006/relationships/diagramQuickStyle" Target="../diagrams/quickStyle12.xml"/><Relationship Id="rId2" Type="http://schemas.openxmlformats.org/officeDocument/2006/relationships/diagramLayout" Target="../diagrams/layout12.xml"/><Relationship Id="rId1" Type="http://schemas.openxmlformats.org/officeDocument/2006/relationships/diagramData" Target="../diagrams/data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副标题 2"/>
          <p:cNvSpPr>
            <a:spLocks noGrp="1"/>
          </p:cNvSpPr>
          <p:nvPr>
            <p:ph type="subTitle" idx="4294967295"/>
          </p:nvPr>
        </p:nvSpPr>
        <p:spPr>
          <a:xfrm>
            <a:off x="936625" y="4102100"/>
            <a:ext cx="7705725" cy="1512888"/>
          </a:xfrm>
        </p:spPr>
        <p:txBody>
          <a:bodyPr lIns="100584" anchor="b"/>
          <a:lstStyle/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4400" smtClean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余文峰</a:t>
            </a:r>
            <a:endParaRPr lang="en-US" altLang="zh-CN" sz="4400" smtClean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000" smtClean="0"/>
          </a:p>
        </p:txBody>
      </p:sp>
      <p:sp>
        <p:nvSpPr>
          <p:cNvPr id="48131" name="标题 6"/>
          <p:cNvSpPr/>
          <p:nvPr/>
        </p:nvSpPr>
        <p:spPr bwMode="auto">
          <a:xfrm>
            <a:off x="468313" y="2133600"/>
            <a:ext cx="8424862" cy="1504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800">
                <a:solidFill>
                  <a:schemeClr val="hlink"/>
                </a:solidFill>
                <a:ea typeface="华文楷体" panose="02010600040101010101" charset="-122"/>
                <a:cs typeface="华文楷体" panose="02010600040101010101" charset="-122"/>
                <a:sym typeface="+mn-ea"/>
              </a:rPr>
              <a:t>第四章 工程活动中的环境伦理</a:t>
            </a:r>
            <a:endParaRPr lang="en-US" altLang="zh-CN" sz="4800">
              <a:solidFill>
                <a:schemeClr val="hlink"/>
              </a:solidFill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8099425" cy="571500"/>
          </a:xfrm>
        </p:spPr>
        <p:txBody>
          <a:bodyPr wrap="square" lIns="91440" tIns="45720" rIns="91440" bIns="45720" numCol="1" anchorCtr="0" compatLnSpc="1">
            <a:normAutofit fontScale="90000"/>
          </a:bodyPr>
          <a:lstStyle/>
          <a:p>
            <a:r>
              <a:rPr lang="zh-CN" altLang="en-US" sz="4300" smtClean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本讲主要涉及：</a:t>
            </a:r>
            <a:endParaRPr lang="en-US" altLang="zh-CN" sz="4300" smtClean="0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pSp>
        <p:nvGrpSpPr>
          <p:cNvPr id="16386" name="Group 117"/>
          <p:cNvGrpSpPr/>
          <p:nvPr/>
        </p:nvGrpSpPr>
        <p:grpSpPr bwMode="auto">
          <a:xfrm>
            <a:off x="1571625" y="1928813"/>
            <a:ext cx="5410200" cy="684212"/>
            <a:chOff x="1248" y="1215"/>
            <a:chExt cx="3408" cy="431"/>
          </a:xfrm>
        </p:grpSpPr>
        <p:grpSp>
          <p:nvGrpSpPr>
            <p:cNvPr id="16411" name="Group 88"/>
            <p:cNvGrpSpPr/>
            <p:nvPr/>
          </p:nvGrpSpPr>
          <p:grpSpPr bwMode="auto">
            <a:xfrm>
              <a:off x="1248" y="1227"/>
              <a:ext cx="480" cy="419"/>
              <a:chOff x="1110" y="2656"/>
              <a:chExt cx="1549" cy="1351"/>
            </a:xfrm>
          </p:grpSpPr>
          <p:sp>
            <p:nvSpPr>
              <p:cNvPr id="16415" name="AutoShape 89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6416" name="AutoShape 90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30" name="AutoShape 91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25" name="Line 96"/>
            <p:cNvSpPr>
              <a:spLocks noChangeShapeType="1"/>
            </p:cNvSpPr>
            <p:nvPr/>
          </p:nvSpPr>
          <p:spPr bwMode="auto">
            <a:xfrm>
              <a:off x="1632" y="1611"/>
              <a:ext cx="3024" cy="0"/>
            </a:xfrm>
            <a:prstGeom prst="line">
              <a:avLst/>
            </a:prstGeom>
            <a:noFill/>
            <a:ln w="25400">
              <a:solidFill>
                <a:schemeClr val="accent6">
                  <a:lumMod val="40000"/>
                  <a:lumOff val="60000"/>
                </a:schemeClr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26" name="Text Box 97"/>
            <p:cNvSpPr txBox="1">
              <a:spLocks noChangeArrowheads="1"/>
            </p:cNvSpPr>
            <p:nvPr/>
          </p:nvSpPr>
          <p:spPr bwMode="auto">
            <a:xfrm>
              <a:off x="1710" y="1215"/>
              <a:ext cx="2420" cy="365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>
                  <a:solidFill>
                    <a:schemeClr val="accent2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环境伦理观念的确立</a:t>
              </a:r>
              <a:endParaRPr lang="zh-CN" altLang="en-US" sz="320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6414" name="Text Box 98"/>
            <p:cNvSpPr txBox="1">
              <a:spLocks noChangeArrowheads="1"/>
            </p:cNvSpPr>
            <p:nvPr/>
          </p:nvSpPr>
          <p:spPr bwMode="gray">
            <a:xfrm>
              <a:off x="1372" y="1289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/>
                <a:t>1</a:t>
              </a:r>
              <a:endParaRPr lang="en-US" altLang="zh-CN" sz="2400" b="1"/>
            </a:p>
          </p:txBody>
        </p:sp>
      </p:grpSp>
      <p:grpSp>
        <p:nvGrpSpPr>
          <p:cNvPr id="16387" name="Group 118"/>
          <p:cNvGrpSpPr/>
          <p:nvPr/>
        </p:nvGrpSpPr>
        <p:grpSpPr bwMode="auto">
          <a:xfrm>
            <a:off x="1571625" y="2862263"/>
            <a:ext cx="5822950" cy="1508125"/>
            <a:chOff x="1248" y="1803"/>
            <a:chExt cx="3668" cy="950"/>
          </a:xfrm>
        </p:grpSpPr>
        <p:grpSp>
          <p:nvGrpSpPr>
            <p:cNvPr id="16404" name="Group 92"/>
            <p:cNvGrpSpPr/>
            <p:nvPr/>
          </p:nvGrpSpPr>
          <p:grpSpPr bwMode="auto">
            <a:xfrm>
              <a:off x="1248" y="1803"/>
              <a:ext cx="480" cy="419"/>
              <a:chOff x="3174" y="2656"/>
              <a:chExt cx="1549" cy="1351"/>
            </a:xfrm>
          </p:grpSpPr>
          <p:sp>
            <p:nvSpPr>
              <p:cNvPr id="16408" name="AutoShape 9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6409" name="AutoShape 9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38" name="AutoShape 9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33" name="Line 99"/>
            <p:cNvSpPr>
              <a:spLocks noChangeShapeType="1"/>
            </p:cNvSpPr>
            <p:nvPr/>
          </p:nvSpPr>
          <p:spPr bwMode="auto">
            <a:xfrm>
              <a:off x="1632" y="2187"/>
              <a:ext cx="3024" cy="0"/>
            </a:xfrm>
            <a:prstGeom prst="line">
              <a:avLst/>
            </a:prstGeom>
            <a:noFill/>
            <a:ln w="25400">
              <a:solidFill>
                <a:schemeClr val="accent6">
                  <a:lumMod val="20000"/>
                  <a:lumOff val="80000"/>
                </a:schemeClr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406" name="Text Box 100"/>
            <p:cNvSpPr txBox="1">
              <a:spLocks noChangeArrowheads="1"/>
            </p:cNvSpPr>
            <p:nvPr/>
          </p:nvSpPr>
          <p:spPr bwMode="auto">
            <a:xfrm>
              <a:off x="1698" y="2385"/>
              <a:ext cx="3218" cy="36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>
                  <a:solidFill>
                    <a:srgbClr val="00B0F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工程活动中的环境伦理原则</a:t>
              </a:r>
              <a:endParaRPr lang="zh-CN" altLang="en-US" sz="3200">
                <a:solidFill>
                  <a:srgbClr val="00B0F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6407" name="Text Box 101"/>
            <p:cNvSpPr txBox="1">
              <a:spLocks noChangeArrowheads="1"/>
            </p:cNvSpPr>
            <p:nvPr/>
          </p:nvSpPr>
          <p:spPr bwMode="gray">
            <a:xfrm>
              <a:off x="1372" y="1865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/>
                <a:t>2</a:t>
              </a:r>
              <a:endParaRPr lang="en-US" altLang="zh-CN" sz="2400" b="1"/>
            </a:p>
          </p:txBody>
        </p:sp>
      </p:grpSp>
      <p:grpSp>
        <p:nvGrpSpPr>
          <p:cNvPr id="16388" name="Group 119"/>
          <p:cNvGrpSpPr/>
          <p:nvPr/>
        </p:nvGrpSpPr>
        <p:grpSpPr bwMode="auto">
          <a:xfrm>
            <a:off x="1571625" y="2857500"/>
            <a:ext cx="5410200" cy="1562100"/>
            <a:chOff x="1248" y="1800"/>
            <a:chExt cx="3408" cy="984"/>
          </a:xfrm>
        </p:grpSpPr>
        <p:grpSp>
          <p:nvGrpSpPr>
            <p:cNvPr id="16397" name="Group 102"/>
            <p:cNvGrpSpPr/>
            <p:nvPr/>
          </p:nvGrpSpPr>
          <p:grpSpPr bwMode="auto">
            <a:xfrm>
              <a:off x="1248" y="2365"/>
              <a:ext cx="480" cy="419"/>
              <a:chOff x="1110" y="2656"/>
              <a:chExt cx="1549" cy="1351"/>
            </a:xfrm>
          </p:grpSpPr>
          <p:sp>
            <p:nvSpPr>
              <p:cNvPr id="16401" name="AutoShape 103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6402" name="AutoShape 104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46" name="AutoShape 105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41" name="Line 110"/>
            <p:cNvSpPr>
              <a:spLocks noChangeShapeType="1"/>
            </p:cNvSpPr>
            <p:nvPr/>
          </p:nvSpPr>
          <p:spPr bwMode="auto">
            <a:xfrm>
              <a:off x="1632" y="2749"/>
              <a:ext cx="3024" cy="0"/>
            </a:xfrm>
            <a:prstGeom prst="line">
              <a:avLst/>
            </a:prstGeom>
            <a:noFill/>
            <a:ln w="25400">
              <a:solidFill>
                <a:schemeClr val="accent6">
                  <a:lumMod val="40000"/>
                  <a:lumOff val="60000"/>
                </a:schemeClr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399" name="Text Box 111"/>
            <p:cNvSpPr txBox="1">
              <a:spLocks noChangeArrowheads="1"/>
            </p:cNvSpPr>
            <p:nvPr/>
          </p:nvSpPr>
          <p:spPr bwMode="auto">
            <a:xfrm>
              <a:off x="1698" y="1800"/>
              <a:ext cx="2701" cy="36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>
                  <a:solidFill>
                    <a:srgbClr val="FFC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工程活动中的环境价值</a:t>
              </a:r>
              <a:endParaRPr lang="zh-CN" altLang="en-US" sz="3200">
                <a:solidFill>
                  <a:srgbClr val="FFC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6400" name="Text Box 112"/>
            <p:cNvSpPr txBox="1">
              <a:spLocks noChangeArrowheads="1"/>
            </p:cNvSpPr>
            <p:nvPr/>
          </p:nvSpPr>
          <p:spPr bwMode="gray">
            <a:xfrm>
              <a:off x="1372" y="2427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/>
                <a:t>3</a:t>
              </a:r>
              <a:endParaRPr lang="en-US" altLang="zh-CN" sz="2400" b="1"/>
            </a:p>
          </p:txBody>
        </p:sp>
      </p:grpSp>
      <p:grpSp>
        <p:nvGrpSpPr>
          <p:cNvPr id="16389" name="Group 120"/>
          <p:cNvGrpSpPr/>
          <p:nvPr/>
        </p:nvGrpSpPr>
        <p:grpSpPr bwMode="auto">
          <a:xfrm>
            <a:off x="1571625" y="4668838"/>
            <a:ext cx="5410200" cy="665162"/>
            <a:chOff x="1248" y="2941"/>
            <a:chExt cx="3408" cy="419"/>
          </a:xfrm>
        </p:grpSpPr>
        <p:grpSp>
          <p:nvGrpSpPr>
            <p:cNvPr id="16390" name="Group 106"/>
            <p:cNvGrpSpPr/>
            <p:nvPr/>
          </p:nvGrpSpPr>
          <p:grpSpPr bwMode="auto">
            <a:xfrm>
              <a:off x="1248" y="2941"/>
              <a:ext cx="480" cy="419"/>
              <a:chOff x="3174" y="2656"/>
              <a:chExt cx="1549" cy="1351"/>
            </a:xfrm>
          </p:grpSpPr>
          <p:sp>
            <p:nvSpPr>
              <p:cNvPr id="16394" name="AutoShape 107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6395" name="AutoShape 108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Corbel" panose="020B0503020204020204" pitchFamily="34" charset="0"/>
                </a:endParaRPr>
              </a:p>
            </p:txBody>
          </p:sp>
          <p:sp>
            <p:nvSpPr>
              <p:cNvPr id="154" name="AutoShape 109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49" name="Line 113"/>
            <p:cNvSpPr>
              <a:spLocks noChangeShapeType="1"/>
            </p:cNvSpPr>
            <p:nvPr/>
          </p:nvSpPr>
          <p:spPr bwMode="auto">
            <a:xfrm>
              <a:off x="1632" y="3325"/>
              <a:ext cx="3024" cy="0"/>
            </a:xfrm>
            <a:prstGeom prst="line">
              <a:avLst/>
            </a:prstGeom>
            <a:noFill/>
            <a:ln w="25400">
              <a:solidFill>
                <a:schemeClr val="accent6">
                  <a:lumMod val="20000"/>
                  <a:lumOff val="80000"/>
                </a:schemeClr>
              </a:solidFill>
              <a:prstDash val="sysDot"/>
              <a:round/>
              <a:tailEnd type="oval" w="med" len="med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0" name="Text Box 114"/>
            <p:cNvSpPr txBox="1">
              <a:spLocks noChangeArrowheads="1"/>
            </p:cNvSpPr>
            <p:nvPr/>
          </p:nvSpPr>
          <p:spPr bwMode="auto">
            <a:xfrm>
              <a:off x="1710" y="2970"/>
              <a:ext cx="2164" cy="365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>
                  <a:solidFill>
                    <a:srgbClr val="FD9C81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工程师的环境伦理</a:t>
              </a:r>
              <a:endParaRPr lang="zh-CN" altLang="en-US" sz="3200">
                <a:solidFill>
                  <a:srgbClr val="FD9C81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  <p:sp>
          <p:nvSpPr>
            <p:cNvPr id="16393" name="Text Box 115"/>
            <p:cNvSpPr txBox="1">
              <a:spLocks noChangeArrowheads="1"/>
            </p:cNvSpPr>
            <p:nvPr/>
          </p:nvSpPr>
          <p:spPr bwMode="gray">
            <a:xfrm>
              <a:off x="1372" y="300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b="1"/>
                <a:t>4</a:t>
              </a:r>
              <a:endParaRPr lang="en-US" altLang="zh-CN" sz="2400" b="1"/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7875" y="260350"/>
            <a:ext cx="7772400" cy="914400"/>
          </a:xfrm>
        </p:spPr>
        <p:txBody>
          <a:bodyPr wrap="square" lIns="91440" tIns="45720" rIns="91440" bIns="45720" numCol="1" anchorCtr="0" compatLnSpc="1">
            <a:normAutofit/>
          </a:bodyPr>
          <a:lstStyle/>
          <a:p>
            <a:r>
              <a:rPr lang="zh-CN" altLang="en-US" smtClean="0">
                <a:solidFill>
                  <a:schemeClr val="hlink"/>
                </a:solidFill>
              </a:rPr>
              <a:t>一 环境伦理观念的确立</a:t>
            </a:r>
            <a:endParaRPr lang="zh-CN" altLang="en-US" smtClean="0">
              <a:solidFill>
                <a:schemeClr val="hlink"/>
              </a:solidFill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39750" y="908050"/>
            <a:ext cx="8075613" cy="865188"/>
          </a:xfrm>
        </p:spPr>
        <p:txBody>
          <a:bodyPr/>
          <a:lstStyle/>
          <a:p>
            <a:r>
              <a:rPr lang="zh-CN" altLang="en-US" sz="2400" smtClean="0"/>
              <a:t>环境伦理思想的产生与工业化进程紧密相关，是人类在对资源过度开发和环境破坏问题反思的基础上形成的。</a:t>
            </a:r>
            <a:endParaRPr lang="en-US" altLang="zh-CN" sz="2400" smtClean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62025" y="3141663"/>
            <a:ext cx="2305050" cy="283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860425" y="6092825"/>
            <a:ext cx="2506663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吉福德</a:t>
            </a:r>
            <a:r>
              <a:rPr lang="en-US" altLang="zh-CN" dirty="0">
                <a:latin typeface="+mn-lt"/>
                <a:ea typeface="+mn-ea"/>
              </a:rPr>
              <a:t>·</a:t>
            </a:r>
            <a:r>
              <a:rPr lang="zh-CN" altLang="en-US" dirty="0">
                <a:latin typeface="+mn-lt"/>
                <a:ea typeface="+mn-ea"/>
              </a:rPr>
              <a:t>平肖（</a:t>
            </a:r>
            <a:r>
              <a:rPr lang="en-US" altLang="zh-CN" dirty="0">
                <a:latin typeface="+mn-lt"/>
                <a:ea typeface="+mn-ea"/>
              </a:rPr>
              <a:t>Gifford Pinchot</a:t>
            </a:r>
            <a:r>
              <a:rPr lang="zh-CN" altLang="en-US" dirty="0">
                <a:latin typeface="+mn-lt"/>
                <a:ea typeface="+mn-ea"/>
              </a:rPr>
              <a:t>）</a:t>
            </a:r>
            <a:r>
              <a:rPr lang="en-US" altLang="zh-CN" dirty="0">
                <a:latin typeface="+mn-ea"/>
                <a:ea typeface="+mn-ea"/>
              </a:rPr>
              <a:t>1865</a:t>
            </a:r>
            <a:r>
              <a:rPr lang="zh-CN" altLang="en-US" dirty="0">
                <a:latin typeface="+mn-ea"/>
                <a:ea typeface="+mn-ea"/>
              </a:rPr>
              <a:t>－</a:t>
            </a:r>
            <a:r>
              <a:rPr lang="en-US" altLang="zh-CN" dirty="0">
                <a:latin typeface="+mn-ea"/>
                <a:ea typeface="+mn-ea"/>
              </a:rPr>
              <a:t>1946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2533" name="矩形 5"/>
          <p:cNvSpPr>
            <a:spLocks noChangeArrowheads="1"/>
          </p:cNvSpPr>
          <p:nvPr/>
        </p:nvSpPr>
        <p:spPr bwMode="auto">
          <a:xfrm>
            <a:off x="3924300" y="3860800"/>
            <a:ext cx="1127125" cy="1200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7200">
                <a:latin typeface="Corbel" panose="020B0503020204020204" pitchFamily="34" charset="0"/>
              </a:rPr>
              <a:t>VS</a:t>
            </a:r>
            <a:endParaRPr lang="en-US" altLang="zh-CN" sz="7200">
              <a:latin typeface="Corbel" panose="020B0503020204020204" pitchFamily="34" charset="0"/>
            </a:endParaRPr>
          </a:p>
        </p:txBody>
      </p:sp>
      <p:pic>
        <p:nvPicPr>
          <p:cNvPr id="2253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5963" y="3233738"/>
            <a:ext cx="2265362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5791200" y="6211888"/>
            <a:ext cx="2513013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</a:rPr>
              <a:t>约翰</a:t>
            </a:r>
            <a:r>
              <a:rPr lang="en-US" altLang="zh-CN" dirty="0">
                <a:latin typeface="+mn-lt"/>
                <a:ea typeface="+mn-ea"/>
              </a:rPr>
              <a:t>·</a:t>
            </a:r>
            <a:r>
              <a:rPr lang="zh-CN" altLang="en-US" dirty="0">
                <a:latin typeface="+mn-lt"/>
                <a:ea typeface="+mn-ea"/>
              </a:rPr>
              <a:t>缪尔（</a:t>
            </a:r>
            <a:r>
              <a:rPr lang="en-US" altLang="zh-CN" dirty="0">
                <a:latin typeface="+mn-lt"/>
                <a:ea typeface="+mn-ea"/>
              </a:rPr>
              <a:t>John Muir</a:t>
            </a:r>
            <a:r>
              <a:rPr lang="zh-CN" altLang="en-US" dirty="0">
                <a:latin typeface="+mn-lt"/>
                <a:ea typeface="+mn-ea"/>
              </a:rPr>
              <a:t>）</a:t>
            </a:r>
            <a:endParaRPr lang="en-US" altLang="zh-CN" dirty="0">
              <a:latin typeface="+mn-lt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ea"/>
                <a:ea typeface="+mn-ea"/>
              </a:rPr>
              <a:t>1838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– 1914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10" name="图示 9"/>
          <p:cNvGraphicFramePr/>
          <p:nvPr/>
        </p:nvGraphicFramePr>
        <p:xfrm>
          <a:off x="827584" y="1772815"/>
          <a:ext cx="7560840" cy="1434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88913"/>
            <a:ext cx="7772400" cy="914400"/>
          </a:xfrm>
        </p:spPr>
        <p:txBody>
          <a:bodyPr wrap="square" lIns="91440" tIns="45720" rIns="91440" bIns="45720" numCol="1" anchorCtr="0" compatLnSpc="1"/>
          <a:lstStyle/>
          <a:p>
            <a:r>
              <a:rPr lang="zh-CN" altLang="en-US" smtClean="0">
                <a:solidFill>
                  <a:schemeClr val="hlink"/>
                </a:solidFill>
              </a:rPr>
              <a:t>二 环境伦理的主要思想</a:t>
            </a:r>
            <a:endParaRPr lang="zh-CN" altLang="en-US" smtClean="0">
              <a:solidFill>
                <a:schemeClr val="hlink"/>
              </a:solidFill>
            </a:endParaRP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899592" y="2132856"/>
          <a:ext cx="8131629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9" name="图示 8"/>
          <p:cNvGraphicFramePr/>
          <p:nvPr/>
        </p:nvGraphicFramePr>
        <p:xfrm>
          <a:off x="827584" y="5373216"/>
          <a:ext cx="7992888" cy="126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6" name="图示 5"/>
          <p:cNvGraphicFramePr/>
          <p:nvPr/>
        </p:nvGraphicFramePr>
        <p:xfrm>
          <a:off x="3131840" y="908720"/>
          <a:ext cx="3600400" cy="1152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9" grpId="0">
        <p:bldAsOne/>
      </p:bldGraphic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755576" y="1484784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0113" y="692150"/>
            <a:ext cx="7772400" cy="914400"/>
          </a:xfrm>
        </p:spPr>
        <p:txBody>
          <a:bodyPr wrap="square" lIns="91440" tIns="45720" rIns="91440" bIns="45720" numCol="1" anchorCtr="0" compatLnSpc="1"/>
          <a:lstStyle/>
          <a:p>
            <a:r>
              <a:rPr lang="zh-CN" altLang="en-US" smtClean="0">
                <a:solidFill>
                  <a:schemeClr val="hlink"/>
                </a:solidFill>
              </a:rPr>
              <a:t>四 工程活动中的环境伦理原则</a:t>
            </a:r>
            <a:endParaRPr lang="zh-CN" altLang="en-US" smtClean="0">
              <a:solidFill>
                <a:schemeClr val="hlink"/>
              </a:solidFill>
            </a:endParaRPr>
          </a:p>
        </p:txBody>
      </p:sp>
      <p:graphicFrame>
        <p:nvGraphicFramePr>
          <p:cNvPr id="15" name="内容占位符 14"/>
          <p:cNvGraphicFramePr>
            <a:graphicFrameLocks noGrp="1"/>
          </p:cNvGraphicFramePr>
          <p:nvPr>
            <p:ph idx="1"/>
          </p:nvPr>
        </p:nvGraphicFramePr>
        <p:xfrm>
          <a:off x="899592" y="1916832"/>
          <a:ext cx="7772400" cy="3301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765175"/>
            <a:ext cx="7772400" cy="539750"/>
          </a:xfrm>
        </p:spPr>
        <p:txBody>
          <a:bodyPr wrap="square" lIns="91440" tIns="45720" rIns="91440" bIns="45720" numCol="1" anchorCtr="0" compatLnSpc="1"/>
          <a:lstStyle/>
          <a:p>
            <a:r>
              <a:rPr lang="zh-CN" altLang="en-US" sz="3200" smtClean="0">
                <a:solidFill>
                  <a:schemeClr val="hlink"/>
                </a:solidFill>
              </a:rPr>
              <a:t>当人与自然利益冲突时，需遵循以下原则</a:t>
            </a:r>
            <a:r>
              <a:rPr lang="zh-CN" altLang="en-US" sz="3200" smtClean="0"/>
              <a:t>：</a:t>
            </a:r>
            <a:endParaRPr lang="zh-CN" altLang="en-US" sz="3200" smtClean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914400" y="1783560"/>
          <a:ext cx="7772400" cy="243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16" name="图示 15"/>
          <p:cNvGraphicFramePr/>
          <p:nvPr/>
        </p:nvGraphicFramePr>
        <p:xfrm>
          <a:off x="3635896" y="4725144"/>
          <a:ext cx="2286000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7" name="图示 16"/>
          <p:cNvGraphicFramePr/>
          <p:nvPr/>
        </p:nvGraphicFramePr>
        <p:xfrm>
          <a:off x="6300192" y="4941168"/>
          <a:ext cx="2182560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15" name="图示 14"/>
          <p:cNvGraphicFramePr/>
          <p:nvPr/>
        </p:nvGraphicFramePr>
        <p:xfrm>
          <a:off x="1052736" y="4365104"/>
          <a:ext cx="2286000" cy="158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22" name="下箭头 21"/>
          <p:cNvSpPr/>
          <p:nvPr/>
        </p:nvSpPr>
        <p:spPr>
          <a:xfrm>
            <a:off x="1979613" y="3500438"/>
            <a:ext cx="215900" cy="1008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4643438" y="3716338"/>
            <a:ext cx="215900" cy="1008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7159625" y="3789363"/>
            <a:ext cx="215900" cy="11525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698625" y="3727450"/>
            <a:ext cx="792163" cy="57626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ea"/>
              </a:rPr>
              <a:t>1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356100" y="3860800"/>
            <a:ext cx="792163" cy="57626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ea"/>
              </a:rPr>
              <a:t>2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835775" y="4030663"/>
            <a:ext cx="863600" cy="57626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ea"/>
              </a:rPr>
              <a:t>3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395536" y="908720"/>
          <a:ext cx="8219256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numCol="1" anchorCtr="0" compatLnSpc="1"/>
          <a:lstStyle/>
          <a:p>
            <a:r>
              <a:rPr lang="zh-CN" altLang="en-US" smtClean="0">
                <a:solidFill>
                  <a:schemeClr val="hlink"/>
                </a:solidFill>
              </a:rPr>
              <a:t>五 工程师的环境伦理</a:t>
            </a:r>
            <a:endParaRPr lang="zh-CN" altLang="en-US" smtClean="0">
              <a:solidFill>
                <a:schemeClr val="hlink"/>
              </a:solidFill>
            </a:endParaRPr>
          </a:p>
        </p:txBody>
      </p:sp>
      <p:graphicFrame>
        <p:nvGraphicFramePr>
          <p:cNvPr id="12" name="内容占位符 11"/>
          <p:cNvGraphicFramePr>
            <a:graphicFrameLocks noGrp="1"/>
          </p:cNvGraphicFramePr>
          <p:nvPr>
            <p:ph idx="1"/>
          </p:nvPr>
        </p:nvGraphicFramePr>
        <p:xfrm>
          <a:off x="755576" y="3789040"/>
          <a:ext cx="7772400" cy="18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3795" name="矩形 7"/>
          <p:cNvSpPr>
            <a:spLocks noChangeArrowheads="1"/>
          </p:cNvSpPr>
          <p:nvPr/>
        </p:nvSpPr>
        <p:spPr bwMode="auto">
          <a:xfrm>
            <a:off x="900113" y="1341438"/>
            <a:ext cx="7559675" cy="2308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>
                <a:latin typeface="Corbel" panose="020B0503020204020204" pitchFamily="34" charset="0"/>
              </a:rPr>
              <a:t>工程师是工程活动的主体，他们在与环境环境打交道的过程中需要承担更多的伦理责任。</a:t>
            </a:r>
            <a:endParaRPr lang="zh-CN" altLang="en-US" sz="3200">
              <a:latin typeface="Corbel" panose="020B05030202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6477000" y="6416675"/>
            <a:ext cx="2133600" cy="365125"/>
          </a:xfrm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mtClean="0"/>
              <a:t>雷毅　河流生命与河流伦理</a:t>
            </a:r>
            <a:endParaRPr lang="zh-CN" altLang="en-US" smtClean="0"/>
          </a:p>
        </p:txBody>
      </p:sp>
      <p:sp>
        <p:nvSpPr>
          <p:cNvPr id="37890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914400" y="6416675"/>
            <a:ext cx="5562600" cy="365125"/>
          </a:xfrm>
          <a:noFill/>
          <a:ln>
            <a:miter lim="800000"/>
          </a:ln>
        </p:spPr>
        <p:txBody>
          <a:bodyPr wrap="square" lIns="91440" tIns="45720" rIns="91440" bIns="45720" numCol="1" anchorCtr="0" compatLnSpc="1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6AA4718F-2B54-457C-B647-F9840EB224C5}" type="slidenum">
              <a:rPr lang="en-US" altLang="zh-CN" sz="1100"/>
            </a:fld>
            <a:endParaRPr lang="en-US" altLang="zh-CN" sz="1100"/>
          </a:p>
        </p:txBody>
      </p:sp>
      <p:pic>
        <p:nvPicPr>
          <p:cNvPr id="37891" name="Picture 2" descr="CongoBrazzaville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-34925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Rectangle 6"/>
          <p:cNvSpPr>
            <a:spLocks noChangeArrowheads="1"/>
          </p:cNvSpPr>
          <p:nvPr/>
        </p:nvSpPr>
        <p:spPr bwMode="auto">
          <a:xfrm>
            <a:off x="1835150" y="2997200"/>
            <a:ext cx="4895850" cy="1189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sz="7200" i="1">
                <a:solidFill>
                  <a:srgbClr val="FFC000"/>
                </a:solidFill>
                <a:latin typeface="Corbel" panose="020B0503020204020204" pitchFamily="34" charset="0"/>
                <a:ea typeface="华文彩云" panose="02010800040101010101" charset="-122"/>
                <a:cs typeface="华文彩云" panose="02010800040101010101" charset="-122"/>
              </a:rPr>
              <a:t>谢 谢 ！</a:t>
            </a:r>
            <a:endParaRPr lang="zh-CN" altLang="en-US" sz="7200" i="1">
              <a:solidFill>
                <a:srgbClr val="FFC000"/>
              </a:solidFill>
              <a:latin typeface="Corbel" panose="020B0503020204020204" pitchFamily="34" charset="0"/>
              <a:ea typeface="华文彩云" panose="02010800040101010101" charset="-122"/>
              <a:cs typeface="华文彩云" panose="0201080004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2U0YTUyYjczNzllNGM1NGQyMGFkYjlmZGFkOTVhMD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0</TotalTime>
  <Words>301</Words>
  <Application>WPS 演示</Application>
  <PresentationFormat>全屏显示(4:3)</PresentationFormat>
  <Paragraphs>56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华文楷体</vt:lpstr>
      <vt:lpstr>Consolas</vt:lpstr>
      <vt:lpstr>Wingdings 2</vt:lpstr>
      <vt:lpstr>Wingdings 3</vt:lpstr>
      <vt:lpstr>Wingdings 2</vt:lpstr>
      <vt:lpstr>华文新魏</vt:lpstr>
      <vt:lpstr>楷体_GB2312</vt:lpstr>
      <vt:lpstr>新宋体</vt:lpstr>
      <vt:lpstr>Corbel</vt:lpstr>
      <vt:lpstr>华文彩云</vt:lpstr>
      <vt:lpstr>微软雅黑</vt:lpstr>
      <vt:lpstr>Arial Unicode MS</vt:lpstr>
      <vt:lpstr>Calibri</vt:lpstr>
      <vt:lpstr>穿越</vt:lpstr>
      <vt:lpstr>PowerPoint 演示文稿</vt:lpstr>
      <vt:lpstr>本讲主要涉及：</vt:lpstr>
      <vt:lpstr>一 环境伦理观念的确立</vt:lpstr>
      <vt:lpstr>二 环境伦理的主要思想</vt:lpstr>
      <vt:lpstr>PowerPoint 演示文稿</vt:lpstr>
      <vt:lpstr>四 工程活动中的环境伦理原则</vt:lpstr>
      <vt:lpstr>当人与自然利益冲突时，需遵循以下原则：</vt:lpstr>
      <vt:lpstr>PowerPoint 演示文稿</vt:lpstr>
      <vt:lpstr>五 工程师的环境伦理</vt:lpstr>
      <vt:lpstr>PowerPoint 演示文稿</vt:lpstr>
    </vt:vector>
  </TitlesOfParts>
  <Company>www.xitongtiandi.com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第四讲 工程活动中的环境伦理</dc:title>
  <dc:creator>微软(中国)有限公司</dc:creator>
  <cp:lastModifiedBy>Ywf</cp:lastModifiedBy>
  <cp:revision>82</cp:revision>
  <dcterms:created xsi:type="dcterms:W3CDTF">2016-03-12T14:26:00Z</dcterms:created>
  <dcterms:modified xsi:type="dcterms:W3CDTF">2024-12-01T14:54:58Z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2052-12.1.0.18345</vt:lpwstr>
  </property>
  <property fmtid="{D5CDD505-2E9C-101B-9397-08002B2CF9AE}" pid="3" name="ICV">
    <vt:lpwstr>CF7A2D6C915B4A9F989370665449F487_12</vt:lpwstr>
  </property>
</Properties>
</file>